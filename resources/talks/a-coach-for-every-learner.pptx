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aleway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dmcwsBvjTMuA+pv/RLC++rX/5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alewayLight-bold.fntdata"/><Relationship Id="rId21" Type="http://schemas.openxmlformats.org/officeDocument/2006/relationships/font" Target="fonts/RalewayLight-regular.fntdata"/><Relationship Id="rId24" Type="http://schemas.openxmlformats.org/officeDocument/2006/relationships/font" Target="fonts/RalewayLight-boldItalic.fntdata"/><Relationship Id="rId23" Type="http://schemas.openxmlformats.org/officeDocument/2006/relationships/font" Target="fonts/Raleway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regular.fntdata"/><Relationship Id="rId16" Type="http://schemas.openxmlformats.org/officeDocument/2006/relationships/slide" Target="slides/slide12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65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Raleway Light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A coach for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0574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Raleway Light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every learner.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John Adib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THE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4630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4600"/>
              <a:buFont typeface="Raleway Light"/>
              <a:buNone/>
            </a:pPr>
            <a:r>
              <a:rPr b="0" i="0" lang="en-US" sz="46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Excellence is a method.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246888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4600"/>
              <a:buFont typeface="Raleway Light"/>
              <a:buNone/>
            </a:pPr>
            <a:r>
              <a:rPr b="0" i="0" lang="en-US" sz="46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Not a gift.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THE THREE MOVES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200"/>
              <a:buFont typeface="Raleway Light"/>
              <a:buNone/>
            </a:pPr>
            <a:r>
              <a:rPr b="0" i="0" lang="en-US" sz="32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How world-class coaches build excellence.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57200" y="2148840"/>
            <a:ext cx="269748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77240" y="251460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77240" y="3383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"/>
                <a:ea typeface="Raleway"/>
                <a:cs typeface="Raleway"/>
                <a:sym typeface="Raleway"/>
              </a:rPr>
              <a:t>Show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77240" y="37490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the standard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291840" y="2148840"/>
            <a:ext cx="269748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3611880" y="251460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611880" y="3383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"/>
                <a:ea typeface="Raleway"/>
                <a:cs typeface="Raleway"/>
                <a:sym typeface="Raleway"/>
              </a:rPr>
              <a:t>Pressure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611880" y="37490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test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126480" y="2148840"/>
            <a:ext cx="269748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446520" y="251460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446520" y="338328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"/>
                <a:ea typeface="Raleway"/>
                <a:cs typeface="Raleway"/>
                <a:sym typeface="Raleway"/>
              </a:rPr>
              <a:t>Hand them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446520" y="37490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the mirror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5400"/>
              <a:buFont typeface="Raleway Light"/>
              <a:buNone/>
            </a:pPr>
            <a:r>
              <a:rPr b="0" i="0" lang="en-US" sz="54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Show the standard.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57200" y="26060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Excellence is invisible until you make it visible.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5400"/>
              <a:buFont typeface="Raleway Light"/>
              <a:buNone/>
            </a:pPr>
            <a:r>
              <a:rPr b="0" i="0" lang="en-US" sz="54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Pressure test.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" y="2606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Practice alone isn't enough.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31089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Practice under conditions is where excellence is built.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02   ·   UNDER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8686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How learners build pressure habits.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18745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Watch the clock, not just the task.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345367c2a_0_0"/>
          <p:cNvSpPr/>
          <p:nvPr/>
        </p:nvSpPr>
        <p:spPr>
          <a:xfrm>
            <a:off x="457200" y="5029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02   ·   UNDER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e345367c2a_0_0"/>
          <p:cNvSpPr/>
          <p:nvPr/>
        </p:nvSpPr>
        <p:spPr>
          <a:xfrm>
            <a:off x="457200" y="868680"/>
            <a:ext cx="868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How learners build pressure habits.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e345367c2a_0_0"/>
          <p:cNvSpPr/>
          <p:nvPr/>
        </p:nvSpPr>
        <p:spPr>
          <a:xfrm>
            <a:off x="457200" y="187452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e345367c2a_0_0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Watch the clock, not just the task.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e345367c2a_0_0"/>
          <p:cNvSpPr/>
          <p:nvPr/>
        </p:nvSpPr>
        <p:spPr>
          <a:xfrm>
            <a:off x="457200" y="288036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Focus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e345367c2a_0_0"/>
          <p:cNvSpPr/>
          <p:nvPr/>
        </p:nvSpPr>
        <p:spPr>
          <a:xfrm>
            <a:off x="457200" y="3291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Recover attention, fast.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345367c2a_0_0"/>
          <p:cNvSpPr/>
          <p:nvPr/>
        </p:nvSpPr>
        <p:spPr>
          <a:xfrm>
            <a:off x="457200" y="48006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345367c2a_0_0"/>
          <p:cNvSpPr/>
          <p:nvPr/>
        </p:nvSpPr>
        <p:spPr>
          <a:xfrm>
            <a:off x="7315200" y="480060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45367c2a_0_17"/>
          <p:cNvSpPr/>
          <p:nvPr/>
        </p:nvSpPr>
        <p:spPr>
          <a:xfrm>
            <a:off x="457200" y="5029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02   ·   UNDER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e345367c2a_0_17"/>
          <p:cNvSpPr/>
          <p:nvPr/>
        </p:nvSpPr>
        <p:spPr>
          <a:xfrm>
            <a:off x="457200" y="868680"/>
            <a:ext cx="868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How learners build pressure habits.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345367c2a_0_17"/>
          <p:cNvSpPr/>
          <p:nvPr/>
        </p:nvSpPr>
        <p:spPr>
          <a:xfrm>
            <a:off x="457200" y="187452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e345367c2a_0_17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Watch the clock, not just the task.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e345367c2a_0_17"/>
          <p:cNvSpPr/>
          <p:nvPr/>
        </p:nvSpPr>
        <p:spPr>
          <a:xfrm>
            <a:off x="4663440" y="187452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Surprises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345367c2a_0_17"/>
          <p:cNvSpPr/>
          <p:nvPr/>
        </p:nvSpPr>
        <p:spPr>
          <a:xfrm>
            <a:off x="466344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Adapt, don't freeze.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345367c2a_0_17"/>
          <p:cNvSpPr/>
          <p:nvPr/>
        </p:nvSpPr>
        <p:spPr>
          <a:xfrm>
            <a:off x="457200" y="288036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Focus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345367c2a_0_17"/>
          <p:cNvSpPr/>
          <p:nvPr/>
        </p:nvSpPr>
        <p:spPr>
          <a:xfrm>
            <a:off x="457200" y="3291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Recover attention, fast.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345367c2a_0_17"/>
          <p:cNvSpPr/>
          <p:nvPr/>
        </p:nvSpPr>
        <p:spPr>
          <a:xfrm>
            <a:off x="457200" y="48006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345367c2a_0_17"/>
          <p:cNvSpPr/>
          <p:nvPr/>
        </p:nvSpPr>
        <p:spPr>
          <a:xfrm>
            <a:off x="7315200" y="480060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345367c2a_0_34"/>
          <p:cNvSpPr/>
          <p:nvPr/>
        </p:nvSpPr>
        <p:spPr>
          <a:xfrm>
            <a:off x="457200" y="5029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02   ·   UNDER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345367c2a_0_34"/>
          <p:cNvSpPr/>
          <p:nvPr/>
        </p:nvSpPr>
        <p:spPr>
          <a:xfrm>
            <a:off x="457200" y="868680"/>
            <a:ext cx="868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How learners build pressure habits.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345367c2a_0_34"/>
          <p:cNvSpPr/>
          <p:nvPr/>
        </p:nvSpPr>
        <p:spPr>
          <a:xfrm>
            <a:off x="457200" y="187452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345367c2a_0_34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Watch the clock, not just the task.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345367c2a_0_34"/>
          <p:cNvSpPr/>
          <p:nvPr/>
        </p:nvSpPr>
        <p:spPr>
          <a:xfrm>
            <a:off x="4663440" y="187452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Surprises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345367c2a_0_34"/>
          <p:cNvSpPr/>
          <p:nvPr/>
        </p:nvSpPr>
        <p:spPr>
          <a:xfrm>
            <a:off x="466344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Adapt, don't freeze.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345367c2a_0_34"/>
          <p:cNvSpPr/>
          <p:nvPr/>
        </p:nvSpPr>
        <p:spPr>
          <a:xfrm>
            <a:off x="457200" y="288036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Focus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345367c2a_0_34"/>
          <p:cNvSpPr/>
          <p:nvPr/>
        </p:nvSpPr>
        <p:spPr>
          <a:xfrm>
            <a:off x="457200" y="3291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Recover attention, fast.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e345367c2a_0_34"/>
          <p:cNvSpPr/>
          <p:nvPr/>
        </p:nvSpPr>
        <p:spPr>
          <a:xfrm>
            <a:off x="4663440" y="288036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Pragmatism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345367c2a_0_34"/>
          <p:cNvSpPr/>
          <p:nvPr/>
        </p:nvSpPr>
        <p:spPr>
          <a:xfrm>
            <a:off x="4663440" y="3291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Done beats perfect.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345367c2a_0_34"/>
          <p:cNvSpPr/>
          <p:nvPr/>
        </p:nvSpPr>
        <p:spPr>
          <a:xfrm>
            <a:off x="457200" y="48006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345367c2a_0_34"/>
          <p:cNvSpPr/>
          <p:nvPr/>
        </p:nvSpPr>
        <p:spPr>
          <a:xfrm>
            <a:off x="7315200" y="480060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345367c2a_0_51"/>
          <p:cNvSpPr/>
          <p:nvPr/>
        </p:nvSpPr>
        <p:spPr>
          <a:xfrm>
            <a:off x="457200" y="5029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02   ·   UNDER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345367c2a_0_51"/>
          <p:cNvSpPr/>
          <p:nvPr/>
        </p:nvSpPr>
        <p:spPr>
          <a:xfrm>
            <a:off x="457200" y="868680"/>
            <a:ext cx="868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How learners build pressure habits.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345367c2a_0_51"/>
          <p:cNvSpPr/>
          <p:nvPr/>
        </p:nvSpPr>
        <p:spPr>
          <a:xfrm>
            <a:off x="457200" y="187452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345367c2a_0_51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Watch the clock, not just the task.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345367c2a_0_51"/>
          <p:cNvSpPr/>
          <p:nvPr/>
        </p:nvSpPr>
        <p:spPr>
          <a:xfrm>
            <a:off x="4663440" y="187452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Surprises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345367c2a_0_51"/>
          <p:cNvSpPr/>
          <p:nvPr/>
        </p:nvSpPr>
        <p:spPr>
          <a:xfrm>
            <a:off x="466344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Adapt, don't freeze.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345367c2a_0_51"/>
          <p:cNvSpPr/>
          <p:nvPr/>
        </p:nvSpPr>
        <p:spPr>
          <a:xfrm>
            <a:off x="457200" y="288036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Focus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345367c2a_0_51"/>
          <p:cNvSpPr/>
          <p:nvPr/>
        </p:nvSpPr>
        <p:spPr>
          <a:xfrm>
            <a:off x="457200" y="3291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Recover attention, fast.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345367c2a_0_51"/>
          <p:cNvSpPr/>
          <p:nvPr/>
        </p:nvSpPr>
        <p:spPr>
          <a:xfrm>
            <a:off x="4663440" y="288036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Pragmatism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345367c2a_0_51"/>
          <p:cNvSpPr/>
          <p:nvPr/>
        </p:nvSpPr>
        <p:spPr>
          <a:xfrm>
            <a:off x="4663440" y="3291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700"/>
              <a:buFont typeface="Raleway Light"/>
              <a:buNone/>
            </a:pPr>
            <a:r>
              <a:rPr b="0" i="0" lang="en-US" sz="17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Done beats perfect.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345367c2a_0_51"/>
          <p:cNvSpPr/>
          <p:nvPr/>
        </p:nvSpPr>
        <p:spPr>
          <a:xfrm>
            <a:off x="457200" y="4160520"/>
            <a:ext cx="868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do you teach your trainees to do under pressure?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345367c2a_0_51"/>
          <p:cNvSpPr/>
          <p:nvPr/>
        </p:nvSpPr>
        <p:spPr>
          <a:xfrm>
            <a:off x="457200" y="48006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345367c2a_0_51"/>
          <p:cNvSpPr/>
          <p:nvPr/>
        </p:nvSpPr>
        <p:spPr>
          <a:xfrm>
            <a:off x="7315200" y="480060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MOVE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914400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5400"/>
              <a:buFont typeface="Raleway Light"/>
              <a:buNone/>
            </a:pPr>
            <a:r>
              <a:rPr b="0" i="0" lang="en-US" sz="54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Hand them the mirror.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Excellence only lives in the learner when the learner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5A6B7E"/>
                </a:solidFill>
                <a:latin typeface="Raleway Light"/>
                <a:ea typeface="Raleway Light"/>
                <a:cs typeface="Raleway Light"/>
                <a:sym typeface="Raleway Light"/>
              </a:rPr>
              <a:t>can see their own work the way a coach does.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D9512C"/>
                </a:solidFill>
                <a:latin typeface="Raleway"/>
                <a:ea typeface="Raleway"/>
                <a:cs typeface="Raleway"/>
                <a:sym typeface="Raleway"/>
              </a:rPr>
              <a:t>THE THREE MOVES — REVEALED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86868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Excellence is a method, </a:t>
            </a:r>
            <a:r>
              <a:rPr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not a gift</a:t>
            </a:r>
            <a:r>
              <a:rPr b="0" i="0" lang="en-US" sz="30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2103120"/>
            <a:ext cx="2697480" cy="2423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777240" y="2377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77240" y="29718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"/>
                <a:ea typeface="Raleway"/>
                <a:cs typeface="Raleway"/>
                <a:sym typeface="Raleway"/>
              </a:rPr>
              <a:t>Show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77240" y="33375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the standard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77240" y="39776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000"/>
              <a:buFont typeface="Raleway Light"/>
              <a:buNone/>
            </a:pPr>
            <a:r>
              <a:rPr b="0" i="0" lang="en-US" sz="2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I 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291840" y="2103120"/>
            <a:ext cx="2697480" cy="2423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3611880" y="2377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611880" y="29718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"/>
                <a:ea typeface="Raleway"/>
                <a:cs typeface="Raleway"/>
                <a:sym typeface="Raleway"/>
              </a:rPr>
              <a:t>Pressure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611880" y="33375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test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11880" y="39776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000"/>
              <a:buFont typeface="Raleway Light"/>
              <a:buNone/>
            </a:pPr>
            <a:r>
              <a:rPr b="0" i="0" lang="en-US" sz="2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We 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126480" y="2103120"/>
            <a:ext cx="2697480" cy="2423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446520" y="2377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3000"/>
              <a:buFont typeface="Raleway Light"/>
              <a:buNone/>
            </a:pPr>
            <a:r>
              <a:rPr b="0" i="0" lang="en-US" sz="3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446520" y="29718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"/>
                <a:ea typeface="Raleway"/>
                <a:cs typeface="Raleway"/>
                <a:sym typeface="Raleway"/>
              </a:rPr>
              <a:t>Hand them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446520" y="33375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200"/>
              <a:buFont typeface="Raleway Light"/>
              <a:buNone/>
            </a:pPr>
            <a:r>
              <a:rPr b="0" i="0" lang="en-US" sz="2200" u="none" cap="none" strike="noStrike">
                <a:solidFill>
                  <a:srgbClr val="1A365D"/>
                </a:solidFill>
                <a:latin typeface="Raleway Light"/>
                <a:ea typeface="Raleway Light"/>
                <a:cs typeface="Raleway Light"/>
                <a:sym typeface="Raleway Light"/>
              </a:rPr>
              <a:t>the mirror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446520" y="39776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12C"/>
              </a:buClr>
              <a:buSzPts val="2000"/>
              <a:buFont typeface="Raleway Light"/>
              <a:buNone/>
            </a:pPr>
            <a:r>
              <a:rPr b="0" i="0" lang="en-US" sz="2000" u="none" cap="none" strike="noStrike">
                <a:solidFill>
                  <a:srgbClr val="D9512C"/>
                </a:solidFill>
                <a:latin typeface="Raleway Light"/>
                <a:ea typeface="Raleway Light"/>
                <a:cs typeface="Raleway Light"/>
                <a:sym typeface="Raleway Light"/>
              </a:rPr>
              <a:t>You 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A coach for every learner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8B5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9CA8B5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2026-10-06T00:00:00Z</dcterms:created>
  <dc:creator>John Adib</dc:creator>
</cp:coreProperties>
</file>