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jpeg" ContentType="image/jpe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slides/charts/chart1.xml" ContentType="application/vnd.openxmlformats-officedocument.drawingml.chart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slides/charts/chart2.xml" ContentType="application/vnd.openxmlformats-officedocument.drawingml.chart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slides/charts/chart3.xml" ContentType="application/vnd.openxmlformats-officedocument.drawingml.chart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28.xml" ContentType="application/vnd.openxmlformats-officedocument.presentationml.slide+xml"/>
  <Override PartName="/ppt/notesSlides/notesSlide28.xml" ContentType="application/vnd.openxmlformats-officedocument.presentationml.notesSlide+xml"/>
  <Override PartName="/ppt/slides/slide29.xml" ContentType="application/vnd.openxmlformats-officedocument.presentationml.slide+xml"/>
  <Override PartName="/ppt/slides/charts/chart4.xml" ContentType="application/vnd.openxmlformats-officedocument.drawingml.chart+xml"/>
  <Override PartName="/ppt/notesSlides/notesSlide29.xml" ContentType="application/vnd.openxmlformats-officedocument.presentationml.notesSlide+xml"/>
  <Override PartName="/ppt/slides/slide30.xml" ContentType="application/vnd.openxmlformats-officedocument.presentationml.slide+xml"/>
  <Override PartName="/ppt/notesSlides/notesSlide30.xml" ContentType="application/vnd.openxmlformats-officedocument.presentationml.notesSlide+xml"/>
  <Override PartName="/ppt/slides/slide31.xml" ContentType="application/vnd.openxmlformats-officedocument.presentationml.slide+xml"/>
  <Override PartName="/ppt/notesSlides/notesSlide31.xml" ContentType="application/vnd.openxmlformats-officedocument.presentationml.notesSlide+xml"/>
  <Override PartName="/ppt/slides/slide32.xml" ContentType="application/vnd.openxmlformats-officedocument.presentationml.slide+xml"/>
  <Override PartName="/ppt/notesSlides/notesSlide32.xml" ContentType="application/vnd.openxmlformats-officedocument.presentationml.notesSlide+xml"/>
  <Default Extension="xlsx" ContentType="application/vnd.openxmlformats-officedocument.spreadsheetml.sheet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262e71d4b0d047e9" /><Relationship Type="http://schemas.openxmlformats.org/officeDocument/2006/relationships/extended-properties" Target="/docProps/app.xml" Id="Raa51e41656a14e40" /><Relationship Type="http://schemas.openxmlformats.org/officeDocument/2006/relationships/officeDocument" Target="/ppt/presentation.xml" Id="R2b757ba101cd4b26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58ad25edc79e439a"/>
  </p:sldMasterIdLst>
  <p:notesMasterIdLst>
    <p:notesMasterId xmlns:r="http://schemas.openxmlformats.org/officeDocument/2006/relationships" r:id="R13bdb72191da4a2d"/>
  </p:notesMasterIdLst>
  <p:sldIdLst>
    <p:sldId xmlns:r="http://schemas.openxmlformats.org/officeDocument/2006/relationships" id="256" r:id="R1844e711502b449c"/>
    <p:sldId xmlns:r="http://schemas.openxmlformats.org/officeDocument/2006/relationships" id="257" r:id="R45c63c12a4364ae8"/>
    <p:sldId xmlns:r="http://schemas.openxmlformats.org/officeDocument/2006/relationships" id="258" r:id="R46c702b954b84681"/>
    <p:sldId xmlns:r="http://schemas.openxmlformats.org/officeDocument/2006/relationships" id="259" r:id="R51bb85f3e6344109"/>
    <p:sldId xmlns:r="http://schemas.openxmlformats.org/officeDocument/2006/relationships" id="260" r:id="Reb724ab117ec44b2"/>
    <p:sldId xmlns:r="http://schemas.openxmlformats.org/officeDocument/2006/relationships" id="261" r:id="R4d8aee3508b34833"/>
    <p:sldId xmlns:r="http://schemas.openxmlformats.org/officeDocument/2006/relationships" id="262" r:id="Re2752b0813af4ccb"/>
    <p:sldId xmlns:r="http://schemas.openxmlformats.org/officeDocument/2006/relationships" id="263" r:id="R0920c176fec34cfb"/>
    <p:sldId xmlns:r="http://schemas.openxmlformats.org/officeDocument/2006/relationships" id="264" r:id="Rfff36e3ede4d45ad"/>
    <p:sldId xmlns:r="http://schemas.openxmlformats.org/officeDocument/2006/relationships" id="265" r:id="Ra1ee2b1193ce4813"/>
    <p:sldId xmlns:r="http://schemas.openxmlformats.org/officeDocument/2006/relationships" id="266" r:id="R7bca7024008a4995"/>
    <p:sldId xmlns:r="http://schemas.openxmlformats.org/officeDocument/2006/relationships" id="267" r:id="Rfafce319bee14e3d"/>
    <p:sldId xmlns:r="http://schemas.openxmlformats.org/officeDocument/2006/relationships" id="268" r:id="R445817b81693442e"/>
    <p:sldId xmlns:r="http://schemas.openxmlformats.org/officeDocument/2006/relationships" id="269" r:id="R16debaa496c84134"/>
    <p:sldId xmlns:r="http://schemas.openxmlformats.org/officeDocument/2006/relationships" id="270" r:id="Rb503e45ebd754a30"/>
    <p:sldId xmlns:r="http://schemas.openxmlformats.org/officeDocument/2006/relationships" id="271" r:id="Red5e7c8ba94c45e8"/>
    <p:sldId xmlns:r="http://schemas.openxmlformats.org/officeDocument/2006/relationships" id="272" r:id="Ra6dbc66929b143a8"/>
    <p:sldId xmlns:r="http://schemas.openxmlformats.org/officeDocument/2006/relationships" id="273" r:id="Raa10e8fa2a3d4689"/>
    <p:sldId xmlns:r="http://schemas.openxmlformats.org/officeDocument/2006/relationships" id="274" r:id="R53b25051292e49fb"/>
    <p:sldId xmlns:r="http://schemas.openxmlformats.org/officeDocument/2006/relationships" id="275" r:id="R67b736d18b4441e4"/>
    <p:sldId xmlns:r="http://schemas.openxmlformats.org/officeDocument/2006/relationships" id="276" r:id="Rcade057fbee94c64"/>
    <p:sldId xmlns:r="http://schemas.openxmlformats.org/officeDocument/2006/relationships" id="277" r:id="Ra379af57437245b2"/>
    <p:sldId xmlns:r="http://schemas.openxmlformats.org/officeDocument/2006/relationships" id="278" r:id="Rde660b8b88754782"/>
    <p:sldId xmlns:r="http://schemas.openxmlformats.org/officeDocument/2006/relationships" id="279" r:id="Re2fac32ba7714e0a"/>
    <p:sldId xmlns:r="http://schemas.openxmlformats.org/officeDocument/2006/relationships" id="280" r:id="R3698448209004d09"/>
    <p:sldId xmlns:r="http://schemas.openxmlformats.org/officeDocument/2006/relationships" id="281" r:id="Rd7deb1cad33642d3"/>
    <p:sldId xmlns:r="http://schemas.openxmlformats.org/officeDocument/2006/relationships" id="282" r:id="R39d0d528f7fc4911"/>
    <p:sldId xmlns:r="http://schemas.openxmlformats.org/officeDocument/2006/relationships" id="283" r:id="Re8c55b13e9eb4687"/>
    <p:sldId xmlns:r="http://schemas.openxmlformats.org/officeDocument/2006/relationships" id="284" r:id="R8d6a22c7b9bc4e6d"/>
    <p:sldId xmlns:r="http://schemas.openxmlformats.org/officeDocument/2006/relationships" id="285" r:id="Ra9e279853fcd4c14"/>
    <p:sldId xmlns:r="http://schemas.openxmlformats.org/officeDocument/2006/relationships" id="286" r:id="R57106b7768294876"/>
    <p:sldId xmlns:r="http://schemas.openxmlformats.org/officeDocument/2006/relationships" id="287" r:id="R94e55f35f5064f9e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cc1d3801c0564221" /><Relationship Type="http://schemas.openxmlformats.org/officeDocument/2006/relationships/slideMaster" Target="/ppt/slideMasters/slideMaster1.xml" Id="R58ad25edc79e439a" /><Relationship Type="http://schemas.openxmlformats.org/officeDocument/2006/relationships/notesMaster" Target="/ppt/notesMasters/notesMaster1.xml" Id="R13bdb72191da4a2d" /><Relationship Type="http://schemas.openxmlformats.org/officeDocument/2006/relationships/presProps" Target="/ppt/presProps.xml" Id="R66bbbd6c2d6b40ae" /><Relationship Type="http://schemas.openxmlformats.org/officeDocument/2006/relationships/tableStyles" Target="/ppt/tableStyles.xml" Id="R71f4ea07204f459b" /><Relationship Type="http://schemas.openxmlformats.org/officeDocument/2006/relationships/slide" Target="/ppt/slides/slide1.xml" Id="R1844e711502b449c" /><Relationship Type="http://schemas.openxmlformats.org/officeDocument/2006/relationships/slide" Target="/ppt/slides/slide2.xml" Id="R45c63c12a4364ae8" /><Relationship Type="http://schemas.openxmlformats.org/officeDocument/2006/relationships/slide" Target="/ppt/slides/slide3.xml" Id="R46c702b954b84681" /><Relationship Type="http://schemas.openxmlformats.org/officeDocument/2006/relationships/slide" Target="/ppt/slides/slide4.xml" Id="R51bb85f3e6344109" /><Relationship Type="http://schemas.openxmlformats.org/officeDocument/2006/relationships/slide" Target="/ppt/slides/slide5.xml" Id="Reb724ab117ec44b2" /><Relationship Type="http://schemas.openxmlformats.org/officeDocument/2006/relationships/slide" Target="/ppt/slides/slide6.xml" Id="R4d8aee3508b34833" /><Relationship Type="http://schemas.openxmlformats.org/officeDocument/2006/relationships/slide" Target="/ppt/slides/slide7.xml" Id="Re2752b0813af4ccb" /><Relationship Type="http://schemas.openxmlformats.org/officeDocument/2006/relationships/slide" Target="/ppt/slides/slide8.xml" Id="R0920c176fec34cfb" /><Relationship Type="http://schemas.openxmlformats.org/officeDocument/2006/relationships/slide" Target="/ppt/slides/slide9.xml" Id="Rfff36e3ede4d45ad" /><Relationship Type="http://schemas.openxmlformats.org/officeDocument/2006/relationships/slide" Target="/ppt/slides/slide10.xml" Id="Ra1ee2b1193ce4813" /><Relationship Type="http://schemas.openxmlformats.org/officeDocument/2006/relationships/slide" Target="/ppt/slides/slide11.xml" Id="R7bca7024008a4995" /><Relationship Type="http://schemas.openxmlformats.org/officeDocument/2006/relationships/slide" Target="/ppt/slides/slide12.xml" Id="Rfafce319bee14e3d" /><Relationship Type="http://schemas.openxmlformats.org/officeDocument/2006/relationships/slide" Target="/ppt/slides/slide13.xml" Id="R445817b81693442e" /><Relationship Type="http://schemas.openxmlformats.org/officeDocument/2006/relationships/slide" Target="/ppt/slides/slide14.xml" Id="R16debaa496c84134" /><Relationship Type="http://schemas.openxmlformats.org/officeDocument/2006/relationships/slide" Target="/ppt/slides/slide15.xml" Id="Rb503e45ebd754a30" /><Relationship Type="http://schemas.openxmlformats.org/officeDocument/2006/relationships/slide" Target="/ppt/slides/slide16.xml" Id="Red5e7c8ba94c45e8" /><Relationship Type="http://schemas.openxmlformats.org/officeDocument/2006/relationships/slide" Target="/ppt/slides/slide17.xml" Id="Ra6dbc66929b143a8" /><Relationship Type="http://schemas.openxmlformats.org/officeDocument/2006/relationships/slide" Target="/ppt/slides/slide18.xml" Id="Raa10e8fa2a3d4689" /><Relationship Type="http://schemas.openxmlformats.org/officeDocument/2006/relationships/slide" Target="/ppt/slides/slide19.xml" Id="R53b25051292e49fb" /><Relationship Type="http://schemas.openxmlformats.org/officeDocument/2006/relationships/slide" Target="/ppt/slides/slide20.xml" Id="R67b736d18b4441e4" /><Relationship Type="http://schemas.openxmlformats.org/officeDocument/2006/relationships/slide" Target="/ppt/slides/slide21.xml" Id="Rcade057fbee94c64" /><Relationship Type="http://schemas.openxmlformats.org/officeDocument/2006/relationships/slide" Target="/ppt/slides/slide22.xml" Id="Ra379af57437245b2" /><Relationship Type="http://schemas.openxmlformats.org/officeDocument/2006/relationships/slide" Target="/ppt/slides/slide23.xml" Id="Rde660b8b88754782" /><Relationship Type="http://schemas.openxmlformats.org/officeDocument/2006/relationships/slide" Target="/ppt/slides/slide24.xml" Id="Re2fac32ba7714e0a" /><Relationship Type="http://schemas.openxmlformats.org/officeDocument/2006/relationships/slide" Target="/ppt/slides/slide25.xml" Id="R3698448209004d09" /><Relationship Type="http://schemas.openxmlformats.org/officeDocument/2006/relationships/slide" Target="/ppt/slides/slide26.xml" Id="Rd7deb1cad33642d3" /><Relationship Type="http://schemas.openxmlformats.org/officeDocument/2006/relationships/slide" Target="/ppt/slides/slide27.xml" Id="R39d0d528f7fc4911" /><Relationship Type="http://schemas.openxmlformats.org/officeDocument/2006/relationships/slide" Target="/ppt/slides/slide28.xml" Id="Re8c55b13e9eb4687" /><Relationship Type="http://schemas.openxmlformats.org/officeDocument/2006/relationships/slide" Target="/ppt/slides/slide29.xml" Id="R8d6a22c7b9bc4e6d" /><Relationship Type="http://schemas.openxmlformats.org/officeDocument/2006/relationships/slide" Target="/ppt/slides/slide30.xml" Id="Ra9e279853fcd4c14" /><Relationship Type="http://schemas.openxmlformats.org/officeDocument/2006/relationships/slide" Target="/ppt/slides/slide31.xml" Id="R57106b7768294876" /><Relationship Type="http://schemas.openxmlformats.org/officeDocument/2006/relationships/slide" Target="/ppt/slides/slide32.xml" Id="R94e55f35f5064f9e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81b9ce763c5841d7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5f57ab55005d4c8f" /><Relationship Type="http://schemas.openxmlformats.org/officeDocument/2006/relationships/notesMaster" Target="/ppt/notesMasters/notesMaster1.xml" Id="R3401b83b27d14097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042ae6e482784e50" /><Relationship Type="http://schemas.openxmlformats.org/officeDocument/2006/relationships/notesMaster" Target="/ppt/notesMasters/notesMaster1.xml" Id="R35ec420cc7e14beb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6fe5a4cbdb354d3c" /><Relationship Type="http://schemas.openxmlformats.org/officeDocument/2006/relationships/notesMaster" Target="/ppt/notesMasters/notesMaster1.xml" Id="R86f80ff6e0d8427b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21db63e3e6e048c9" /><Relationship Type="http://schemas.openxmlformats.org/officeDocument/2006/relationships/notesMaster" Target="/ppt/notesMasters/notesMaster1.xml" Id="R21f1ae21f16a4303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f5e8cc5437b5422f" /><Relationship Type="http://schemas.openxmlformats.org/officeDocument/2006/relationships/notesMaster" Target="/ppt/notesMasters/notesMaster1.xml" Id="Rf4de6ae06c0342f2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57287898e6eb4e07" /><Relationship Type="http://schemas.openxmlformats.org/officeDocument/2006/relationships/notesMaster" Target="/ppt/notesMasters/notesMaster1.xml" Id="R0274d6bc52944a24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d2580c5c8bd64713" /><Relationship Type="http://schemas.openxmlformats.org/officeDocument/2006/relationships/notesMaster" Target="/ppt/notesMasters/notesMaster1.xml" Id="R10f77b2ced7747b0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f45e016e664e4b06" /><Relationship Type="http://schemas.openxmlformats.org/officeDocument/2006/relationships/notesMaster" Target="/ppt/notesMasters/notesMaster1.xml" Id="Ra11e99aecbd04068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ef2ab2b867d94081" /><Relationship Type="http://schemas.openxmlformats.org/officeDocument/2006/relationships/notesMaster" Target="/ppt/notesMasters/notesMaster1.xml" Id="R2aae9d0b614f4edc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29782753759e495b" /><Relationship Type="http://schemas.openxmlformats.org/officeDocument/2006/relationships/notesMaster" Target="/ppt/notesMasters/notesMaster1.xml" Id="Ra7721ac8411c449d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3dacbe75e9004ef1" /><Relationship Type="http://schemas.openxmlformats.org/officeDocument/2006/relationships/notesMaster" Target="/ppt/notesMasters/notesMaster1.xml" Id="R7c647533ca35432d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0c183814dcf943ac" /><Relationship Type="http://schemas.openxmlformats.org/officeDocument/2006/relationships/notesMaster" Target="/ppt/notesMasters/notesMaster1.xml" Id="Raffaf792d42b4f05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a1c3eba2414e4aea" /><Relationship Type="http://schemas.openxmlformats.org/officeDocument/2006/relationships/notesMaster" Target="/ppt/notesMasters/notesMaster1.xml" Id="R224abc72ff7740bc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384d11d9b677420f" /><Relationship Type="http://schemas.openxmlformats.org/officeDocument/2006/relationships/notesMaster" Target="/ppt/notesMasters/notesMaster1.xml" Id="Rb17d200814114a6d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3e1e6dc384b54cfc" /><Relationship Type="http://schemas.openxmlformats.org/officeDocument/2006/relationships/notesMaster" Target="/ppt/notesMasters/notesMaster1.xml" Id="R724a8e321bf74364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61d2488477b449cd" /><Relationship Type="http://schemas.openxmlformats.org/officeDocument/2006/relationships/notesMaster" Target="/ppt/notesMasters/notesMaster1.xml" Id="Rc69f62762bc44d9c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478f6f51a3d7467f" /><Relationship Type="http://schemas.openxmlformats.org/officeDocument/2006/relationships/notesMaster" Target="/ppt/notesMasters/notesMaster1.xml" Id="R67cec9abb4f14d10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1ed5e4c615cc4174" /><Relationship Type="http://schemas.openxmlformats.org/officeDocument/2006/relationships/notesMaster" Target="/ppt/notesMasters/notesMaster1.xml" Id="Rcce34cb671f0430c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9acd186782314398" /><Relationship Type="http://schemas.openxmlformats.org/officeDocument/2006/relationships/notesMaster" Target="/ppt/notesMasters/notesMaster1.xml" Id="R7f6f317d9fa347e7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6af4d8d5a69a41bf" /><Relationship Type="http://schemas.openxmlformats.org/officeDocument/2006/relationships/notesMaster" Target="/ppt/notesMasters/notesMaster1.xml" Id="Rc5c1c3a432db461e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5874e7bb9c1b4d4d" /><Relationship Type="http://schemas.openxmlformats.org/officeDocument/2006/relationships/notesMaster" Target="/ppt/notesMasters/notesMaster1.xml" Id="Rd720156df35842e4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4e4deeccd1c44cd3" /><Relationship Type="http://schemas.openxmlformats.org/officeDocument/2006/relationships/notesMaster" Target="/ppt/notesMasters/notesMaster1.xml" Id="R1119586f0c7d4e57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41f4c4e9781947c6" /><Relationship Type="http://schemas.openxmlformats.org/officeDocument/2006/relationships/notesMaster" Target="/ppt/notesMasters/notesMaster1.xml" Id="R1feb41085d4644b6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4fdfe5d686314d09" /><Relationship Type="http://schemas.openxmlformats.org/officeDocument/2006/relationships/notesMaster" Target="/ppt/notesMasters/notesMaster1.xml" Id="R9a04d3b80fa74046" /></Relationships>
</file>

<file path=ppt/notesSlides/_rels/notesSlide25.xml.rels>&#65279;<?xml version="1.0" encoding="utf-8"?><Relationships xmlns="http://schemas.openxmlformats.org/package/2006/relationships"><Relationship Type="http://schemas.openxmlformats.org/officeDocument/2006/relationships/slide" Target="/ppt/slides/slide25.xml" Id="Rd33aec1496ff4d43" /><Relationship Type="http://schemas.openxmlformats.org/officeDocument/2006/relationships/notesMaster" Target="/ppt/notesMasters/notesMaster1.xml" Id="Reea74b0846834de2" /></Relationships>
</file>

<file path=ppt/notesSlides/_rels/notesSlide26.xml.rels>&#65279;<?xml version="1.0" encoding="utf-8"?><Relationships xmlns="http://schemas.openxmlformats.org/package/2006/relationships"><Relationship Type="http://schemas.openxmlformats.org/officeDocument/2006/relationships/slide" Target="/ppt/slides/slide26.xml" Id="Rbe92df4d1e434a14" /><Relationship Type="http://schemas.openxmlformats.org/officeDocument/2006/relationships/notesMaster" Target="/ppt/notesMasters/notesMaster1.xml" Id="R472eb2019db846f2" /></Relationships>
</file>

<file path=ppt/notesSlides/_rels/notesSlide27.xml.rels>&#65279;<?xml version="1.0" encoding="utf-8"?><Relationships xmlns="http://schemas.openxmlformats.org/package/2006/relationships"><Relationship Type="http://schemas.openxmlformats.org/officeDocument/2006/relationships/slide" Target="/ppt/slides/slide27.xml" Id="R2664480f9cc647aa" /><Relationship Type="http://schemas.openxmlformats.org/officeDocument/2006/relationships/notesMaster" Target="/ppt/notesMasters/notesMaster1.xml" Id="R24549ce0b821453e" /></Relationships>
</file>

<file path=ppt/notesSlides/_rels/notesSlide28.xml.rels>&#65279;<?xml version="1.0" encoding="utf-8"?><Relationships xmlns="http://schemas.openxmlformats.org/package/2006/relationships"><Relationship Type="http://schemas.openxmlformats.org/officeDocument/2006/relationships/slide" Target="/ppt/slides/slide28.xml" Id="Rf857ef06c2454e9a" /><Relationship Type="http://schemas.openxmlformats.org/officeDocument/2006/relationships/notesMaster" Target="/ppt/notesMasters/notesMaster1.xml" Id="Rd06cd500b83144aa" /></Relationships>
</file>

<file path=ppt/notesSlides/_rels/notesSlide29.xml.rels>&#65279;<?xml version="1.0" encoding="utf-8"?><Relationships xmlns="http://schemas.openxmlformats.org/package/2006/relationships"><Relationship Type="http://schemas.openxmlformats.org/officeDocument/2006/relationships/slide" Target="/ppt/slides/slide29.xml" Id="R15844b686dc246fe" /><Relationship Type="http://schemas.openxmlformats.org/officeDocument/2006/relationships/notesMaster" Target="/ppt/notesMasters/notesMaster1.xml" Id="Rcafd4e5e1bb44557" /></Relationships>
</file>

<file path=ppt/notesSlides/_rels/notesSlide30.xml.rels>&#65279;<?xml version="1.0" encoding="utf-8"?><Relationships xmlns="http://schemas.openxmlformats.org/package/2006/relationships"><Relationship Type="http://schemas.openxmlformats.org/officeDocument/2006/relationships/slide" Target="/ppt/slides/slide30.xml" Id="R592ee62ae60d41cc" /><Relationship Type="http://schemas.openxmlformats.org/officeDocument/2006/relationships/notesMaster" Target="/ppt/notesMasters/notesMaster1.xml" Id="R49b5db3cda2e4ba8" /></Relationships>
</file>

<file path=ppt/notesSlides/_rels/notesSlide31.xml.rels>&#65279;<?xml version="1.0" encoding="utf-8"?><Relationships xmlns="http://schemas.openxmlformats.org/package/2006/relationships"><Relationship Type="http://schemas.openxmlformats.org/officeDocument/2006/relationships/slide" Target="/ppt/slides/slide31.xml" Id="R3bad522fbafe4a80" /><Relationship Type="http://schemas.openxmlformats.org/officeDocument/2006/relationships/notesMaster" Target="/ppt/notesMasters/notesMaster1.xml" Id="Re00e7042ebec40d6" /></Relationships>
</file>

<file path=ppt/notesSlides/_rels/notesSlide32.xml.rels>&#65279;<?xml version="1.0" encoding="utf-8"?><Relationships xmlns="http://schemas.openxmlformats.org/package/2006/relationships"><Relationship Type="http://schemas.openxmlformats.org/officeDocument/2006/relationships/slide" Target="/ppt/slides/slide32.xml" Id="R8fede30c29194254" /><Relationship Type="http://schemas.openxmlformats.org/officeDocument/2006/relationships/notesMaster" Target="/ppt/notesMasters/notesMaster1.xml" Id="R812fa2eb9efe4e73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• Code finished. Confidence missing.</a:t>
            </a:r>
          </a:p>
          <a:p xmlns:a="http://schemas.openxmlformats.org/drawingml/2006/main">
            <a:r>
              <a:t>• React Native + AI adoption</a:t>
            </a:r>
          </a:p>
          <a:p xmlns:a="http://schemas.openxmlformats.org/drawingml/2006/main">
            <a:r>
              <a:t>• Verification inside everyday development</a:t>
            </a:r>
          </a:p>
          <a:p xmlns:a="http://schemas.openxmlformats.org/drawingml/2006/main">
            <a:r>
              <a:t>• John Adib · MrAdib.com</a:t>
            </a:r>
          </a:p>
          <a:p xmlns:a="http://schemas.openxmlformats.org/drawingml/2006/main">
            <a:r>
              <a:t>• React Native London Meetup. 22 October 2026</a:t>
            </a:r>
          </a:p>
          <a:p xmlns:a="http://schemas.openxmlformats.org/drawingml/2006/main">
            <a:r>
              <a:t>• Funding Circle, 71 Queen Victoria Street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• Regressions every release</a:t>
            </a:r>
          </a:p>
          <a:p xmlns:a="http://schemas.openxmlformats.org/drawingml/2006/main">
            <a:r>
              <a:t>• Previously checked behaviour breaks again</a:t>
            </a:r>
          </a:p>
          <a:p xmlns:a="http://schemas.openxmlformats.org/drawingml/2006/main">
            <a:r>
              <a:t>• Repeated work. Falling confidence.</a:t>
            </a:r>
          </a:p>
          <a:p xmlns:a="http://schemas.openxmlformats.org/drawingml/2006/main">
            <a:r>
              <a:t>• First-hand experience, not an incident-rate metric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• Small unit-test suite</a:t>
            </a:r>
          </a:p>
          <a:p xmlns:a="http://schemas.openxmlformats.org/drawingml/2006/main">
            <a:r>
              <a:t>• End-to-end checks outside CI</a:t>
            </a:r>
          </a:p>
          <a:p xmlns:a="http://schemas.openxmlformats.org/drawingml/2006/main">
            <a:r>
              <a:t>• Nobody ran them</a:t>
            </a:r>
          </a:p>
          <a:p xmlns:a="http://schemas.openxmlformats.org/drawingml/2006/main">
            <a:r>
              <a:t>• Files existed. Reliable feedback did not.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• More than three days of app QA</a:t>
            </a:r>
          </a:p>
          <a:p xmlns:a="http://schemas.openxmlformats.org/drawingml/2006/main">
            <a:r>
              <a:t>• Engineering, product, UX/design</a:t>
            </a:r>
          </a:p>
          <a:p xmlns:a="http://schemas.openxmlformats.org/drawingml/2006/main">
            <a:r>
              <a:t>• Many people pause their own work</a:t>
            </a:r>
          </a:p>
          <a:p xmlns:a="http://schemas.openxmlformats.org/drawingml/2006/main">
            <a:r>
              <a:t>• The cost: interrupted progress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• Days waiting for approval</a:t>
            </a:r>
          </a:p>
          <a:p xmlns:a="http://schemas.openxmlformats.org/drawingml/2006/main">
            <a:r>
              <a:t>• Sign-off chain holds the whole release</a:t>
            </a:r>
          </a:p>
          <a:p xmlns:a="http://schemas.openxmlformats.org/drawingml/2006/main">
            <a:r>
              <a:t>• One feature delays other work</a:t>
            </a:r>
          </a:p>
          <a:p xmlns:a="http://schemas.openxmlformats.org/drawingml/2006/main">
            <a:r>
              <a:t>• Later: approve the feature flag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• Existing projects delayed over a quarter</a:t>
            </a:r>
          </a:p>
          <a:p xmlns:a="http://schemas.openxmlformats.org/drawingml/2006/main">
            <a:r>
              <a:t>• Regression work + slow QA + release queues</a:t>
            </a:r>
          </a:p>
          <a:p xmlns:a="http://schemas.openxmlformats.org/drawingml/2006/main">
            <a:r>
              <a:t>• Backlog uncertainty</a:t>
            </a:r>
          </a:p>
          <a:p xmlns:a="http://schemas.openxmlformats.org/drawingml/2006/main">
            <a:r>
              <a:t>• Process problem, not individual blame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• John Adib · London</a:t>
            </a:r>
          </a:p>
          <a:p xmlns:a="http://schemas.openxmlformats.org/drawingml/2006/main">
            <a:r>
              <a:t>• 2× co-founder. Former CTO. 18 years.</a:t>
            </a:r>
          </a:p>
          <a:p xmlns:a="http://schemas.openxmlformats.org/drawingml/2006/main">
            <a:r>
              <a:t>• Engineering leader + mentor</a:t>
            </a:r>
          </a:p>
          <a:p xmlns:a="http://schemas.openxmlformats.org/drawingml/2006/main">
            <a:r>
              <a:t>• Product engineering. Broader ownership.</a:t>
            </a:r>
          </a:p>
          <a:p xmlns:a="http://schemas.openxmlformats.org/drawingml/2006/main">
            <a:r>
              <a:t>• I love moving mountains.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• Repeat the good engineering habits</a:t>
            </a:r>
          </a:p>
          <a:p xmlns:a="http://schemas.openxmlformats.org/drawingml/2006/main">
            <a:r>
              <a:t>• AI adoption includes verification</a:t>
            </a:r>
          </a:p>
          <a:p xmlns:a="http://schemas.openxmlformats.org/drawingml/2006/main">
            <a:r>
              <a:t>• Seven changes, one development loop</a:t>
            </a:r>
          </a:p>
          <a:p xmlns:a="http://schemas.openxmlformats.org/drawingml/2006/main">
            <a:r>
              <a:t>• First: reusable skills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• cook: coordinate; sherlock: discover</a:t>
            </a:r>
          </a:p>
          <a:p xmlns:a="http://schemas.openxmlformats.org/drawingml/2006/main">
            <a:r>
              <a:t>• dig: research; mastermind: plan</a:t>
            </a:r>
          </a:p>
          <a:p xmlns:a="http://schemas.openxmlformats.org/drawingml/2006/main">
            <a:r>
              <a:t>• michelin: implement; mugshot: capture</a:t>
            </a:r>
          </a:p>
          <a:p xmlns:a="http://schemas.openxmlformats.org/drawingml/2006/main">
            <a:r>
              <a:t>• parole: evaluate feedback; saul: communicate</a:t>
            </a:r>
          </a:p>
          <a:p xmlns:a="http://schemas.openxmlformats.org/drawingml/2006/main">
            <a:r>
              <a:t>• One workflow. Focus next on Michelin.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• 18 years of engineering judgement, written down</a:t>
            </a:r>
          </a:p>
          <a:p xmlns:a="http://schemas.openxmlformats.org/drawingml/2006/main">
            <a:r>
              <a:t>• Reuse: code, components, patterns, tools</a:t>
            </a:r>
          </a:p>
          <a:p xmlns:a="http://schemas.openxmlformats.org/drawingml/2006/main">
            <a:r>
              <a:t>• Separation: UI, state, business decisions</a:t>
            </a:r>
          </a:p>
          <a:p xmlns:a="http://schemas.openxmlformats.org/drawingml/2006/main">
            <a:r>
              <a:t>• Quality: tests, readability, actual check results</a:t>
            </a:r>
          </a:p>
          <a:p xmlns:a="http://schemas.openxmlformats.org/drawingml/2006/main">
            <a:r>
              <a:t>• Shared standards for implementation and review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• Next: meaningful tests</a:t>
            </a:r>
          </a:p>
          <a:p xmlns:a="http://schemas.openxmlformats.org/drawingml/2006/main">
            <a:r>
              <a:t>• Expected behaviour + failure case</a:t>
            </a:r>
          </a:p>
          <a:p xmlns:a="http://schemas.openxmlformats.org/drawingml/2006/main">
            <a:r>
              <a:t>• Every correction leaves protection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• Before editing: read the testing guidelines</a:t>
            </a:r>
          </a:p>
          <a:p xmlns:a="http://schemas.openxmlformats.org/drawingml/2006/main">
            <a:r>
              <a:t>• New code must include meaningful tests</a:t>
            </a:r>
          </a:p>
          <a:p xmlns:a="http://schemas.openxmlformats.org/drawingml/2006/main">
            <a:r>
              <a:t>• Bug fix: reproduce failure, prove the fix, preserve working behaviour</a:t>
            </a:r>
          </a:p>
          <a:p xmlns:a="http://schemas.openxmlformats.org/drawingml/2006/main">
            <a:r>
              <a:t>• Human-readable test titles help people and AI understand intent</a:t>
            </a:r>
          </a:p>
          <a:p xmlns:a="http://schemas.openxmlformats.org/drawingml/2006/main">
            <a:r>
              <a:t>• Never lower the bar. Raise it gradually.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• April: 113 files. September: 1,669. 8 October: 2,257</a:t>
            </a:r>
          </a:p>
          <a:p xmlns:a="http://schemas.openxmlformats.org/drawingml/2006/main">
            <a:r>
              <a:t>• Dashed line: joined in April</a:t>
            </a:r>
          </a:p>
          <a:p xmlns:a="http://schemas.openxmlformats.org/drawingml/2006/main">
            <a:r>
              <a:t>• October is a dated checkpoint, not month end</a:t>
            </a:r>
          </a:p>
          <a:p xmlns:a="http://schemas.openxmlformats.org/drawingml/2006/main">
            <a:r>
              <a:t>• Files can contain many tests. Coverage is separate.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• CI on every PR</a:t>
            </a:r>
          </a:p>
          <a:p xmlns:a="http://schemas.openxmlformats.org/drawingml/2006/main">
            <a:r>
              <a:t>• Lint, types, tests and build</a:t>
            </a:r>
          </a:p>
          <a:p xmlns:a="http://schemas.openxmlformats.org/drawingml/2006/main">
            <a:r>
              <a:t>• Failed checks block the pipeline</a:t>
            </a:r>
          </a:p>
          <a:p xmlns:a="http://schemas.openxmlformats.org/drawingml/2006/main">
            <a:r>
              <a:t>• Parole watches results. Michelin makes valid fixes.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• Automated CI on every PR</a:t>
            </a:r>
          </a:p>
          <a:p xmlns:a="http://schemas.openxmlformats.org/drawingml/2006/main">
            <a:r>
              <a:t>• Parole continuously checks the results</a:t>
            </a:r>
          </a:p>
          <a:p xmlns:a="http://schemas.openxmlformats.org/drawingml/2006/main">
            <a:r>
              <a:t>• Evaluate the failure and pass valid work to Michelin</a:t>
            </a:r>
          </a:p>
          <a:p xmlns:a="http://schemas.openxmlformats.org/drawingml/2006/main">
            <a:r>
              <a:t>• Michelin fixes, commits and pushes</a:t>
            </a:r>
          </a:p>
          <a:p xmlns:a="http://schemas.openxmlformats.org/drawingml/2006/main">
            <a:r>
              <a:t>• New commit triggers CI and another review. Repeat until clear.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• September: 72.02%. 2 October: 75.04%. 8 October: 99.26%</a:t>
            </a:r>
          </a:p>
          <a:p xmlns:a="http://schemas.openxmlformats.org/drawingml/2006/main">
            <a:r>
              <a:t>• Four Jest coverage shards merged</a:t>
            </a:r>
          </a:p>
          <a:p xmlns:a="http://schemas.openxmlformats.org/drawingml/2006/main">
            <a:r>
              <a:t>• Covered lines: 19,178 to 22,903</a:t>
            </a:r>
          </a:p>
          <a:p xmlns:a="http://schemas.openxmlformats.org/drawingml/2006/main">
            <a:r>
              <a:t>• Eligible lines: 25,555 to 23,072. Scope excludes helpers and dev code</a:t>
            </a:r>
          </a:p>
          <a:p xmlns:a="http://schemas.openxmlformats.org/drawingml/2006/main">
            <a:r>
              <a:t>• New tests and scope both affect the percentage</a:t>
            </a:r>
          </a:p>
          <a:p xmlns:a="http://schemas.openxmlformats.org/drawingml/2006/main">
            <a:r>
              <a:t>• Thresholds pinned to measured baseline. Coverage is not test quality.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• Maestro on Android and iOS</a:t>
            </a:r>
          </a:p>
          <a:p xmlns:a="http://schemas.openxmlformats.org/drawingml/2006/main">
            <a:r>
              <a:t>• Label-selected PR smoke and full runs</a:t>
            </a:r>
          </a:p>
          <a:p xmlns:a="http://schemas.openxmlformats.org/drawingml/2006/main">
            <a:r>
              <a:t>• Scheduled suite overnight</a:t>
            </a:r>
          </a:p>
          <a:p xmlns:a="http://schemas.openxmlformats.org/drawingml/2006/main">
            <a:r>
              <a:t>• Device results need their own scope. Nightly is not a universal release gate.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• PR labels select smoke or full device checks</a:t>
            </a:r>
          </a:p>
          <a:p xmlns:a="http://schemas.openxmlformats.org/drawingml/2006/main">
            <a:r>
              <a:t>• 33 nightly jobs. 23 iOS, 10 Android</a:t>
            </a:r>
          </a:p>
          <a:p xmlns:a="http://schemas.openxmlformats.org/drawingml/2006/main">
            <a:r>
              <a:t>• Configured jobs do not establish passing tests</a:t>
            </a:r>
          </a:p>
          <a:p xmlns:a="http://schemas.openxmlformats.org/drawingml/2006/main">
            <a:r>
              <a:t>• Nightly failures inform the team. No claim that all releases are blocked</a:t>
            </a:r>
          </a:p>
          <a:p xmlns:a="http://schemas.openxmlformats.org/drawingml/2006/main">
            <a:r>
              <a:t>• Recordings and logs support investigation.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• April: 14. September: 225. 8 October: 404 YAML files</a:t>
            </a:r>
          </a:p>
          <a:p xmlns:a="http://schemas.openxmlformats.org/drawingml/2006/main">
            <a:r>
              <a:t>• Inventory includes several file roles</a:t>
            </a:r>
          </a:p>
          <a:p xmlns:a="http://schemas.openxmlformats.org/drawingml/2006/main">
            <a:r>
              <a:t>• 99 non-exempt routes reached in inventory</a:t>
            </a:r>
          </a:p>
          <a:p xmlns:a="http://schemas.openxmlformats.org/drawingml/2006/main">
            <a:r>
              <a:t>• CI-run leaves reach 28 routes, 28.3%. 71 quarantine-only</a:t>
            </a:r>
          </a:p>
          <a:p xmlns:a="http://schemas.openxmlformats.org/drawingml/2006/main">
            <a:r>
              <a:t>• 12 exempt routes. Not complete execution coverage.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• Human review queues took days</a:t>
            </a:r>
          </a:p>
          <a:p xmlns:a="http://schemas.openxmlformats.org/drawingml/2006/main">
            <a:r>
              <a:t>• Three AI reviewers on every PR</a:t>
            </a:r>
          </a:p>
          <a:p xmlns:a="http://schemas.openxmlformats.org/drawingml/2006/main">
            <a:r>
              <a:t>• Custom mobile reviewer runs hourly</a:t>
            </a:r>
          </a:p>
          <a:p xmlns:a="http://schemas.openxmlformats.org/drawingml/2006/main">
            <a:r>
              <a:t>• Repository guidelines provide React Native context</a:t>
            </a:r>
          </a:p>
          <a:p xmlns:a="http://schemas.openxmlformats.org/drawingml/2006/main">
            <a:r>
              <a:t>• Parole’s feedback loop connects this to CI.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• CodeRabbit + Qodo Merge + cubic</a:t>
            </a:r>
          </a:p>
          <a:p xmlns:a="http://schemas.openxmlformats.org/drawingml/2006/main">
            <a:r>
              <a:t>• Every PR receives automated feedback</a:t>
            </a:r>
          </a:p>
          <a:p xmlns:a="http://schemas.openxmlformats.org/drawingml/2006/main">
            <a:r>
              <a:t>• Custom Cursor reviewer runs hourly</a:t>
            </a:r>
          </a:p>
          <a:p xmlns:a="http://schemas.openxmlformats.org/drawingml/2006/main">
            <a:r>
              <a:t>• React Native context in the review prompt</a:t>
            </a:r>
          </a:p>
          <a:p xmlns:a="http://schemas.openxmlformats.org/drawingml/2006/main">
            <a:r>
              <a:t>• Different perspectives. Parole evaluates the feedback.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• Guidelines committed to the repository</a:t>
            </a:r>
          </a:p>
          <a:p xmlns:a="http://schemas.openxmlformats.org/drawingml/2006/main">
            <a:r>
              <a:t>• React Native + iOS/Android expectations</a:t>
            </a:r>
          </a:p>
          <a:p xmlns:a="http://schemas.openxmlformats.org/drawingml/2006/main">
            <a:r>
              <a:t>• Component reuse, separation of concerns, meaningful tests</a:t>
            </a:r>
          </a:p>
          <a:p xmlns:a="http://schemas.openxmlformats.org/drawingml/2006/main">
            <a:r>
              <a:t>• Reviewers read the same rules used for implementation</a:t>
            </a:r>
          </a:p>
          <a:p xmlns:a="http://schemas.openxmlformats.org/drawingml/2006/main">
            <a:r>
              <a:t>• Explain incorrect feedback. Refine the guidance. No guarantee of catching everything.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• Next: Sentry</a:t>
            </a:r>
          </a:p>
          <a:p xmlns:a="http://schemas.openxmlformats.org/drawingml/2006/main">
            <a:r>
              <a:t>• Production feedback returns to development</a:t>
            </a:r>
          </a:p>
          <a:p xmlns:a="http://schemas.openxmlformats.org/drawingml/2006/main">
            <a:r>
              <a:t>• July: systematic error cleanup</a:t>
            </a:r>
          </a:p>
          <a:p xmlns:a="http://schemas.openxmlformats.org/drawingml/2006/main">
            <a:r>
              <a:t>• Prioritise reproducible problems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• Investigate context + revision + flags</a:t>
            </a:r>
          </a:p>
          <a:p xmlns:a="http://schemas.openxmlformats.org/drawingml/2006/main">
            <a:r>
              <a:t>• Reproduce before correcting</a:t>
            </a:r>
          </a:p>
          <a:p xmlns:a="http://schemas.openxmlformats.org/drawingml/2006/main">
            <a:r>
              <a:t>• Bounded fix + regression check</a:t>
            </a:r>
          </a:p>
          <a:p xmlns:a="http://schemas.openxmlformats.org/drawingml/2006/main">
            <a:r>
              <a:t>• Return fresh evidence to review</a:t>
            </a:r>
          </a:p>
          <a:p xmlns:a="http://schemas.openxmlformats.org/drawingml/2006/main">
            <a:r>
              <a:t>• Recorded event does not always mean a user crash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• 107 complete days: 7 July to 21 October</a:t>
            </a:r>
          </a:p>
          <a:p xmlns:a="http://schemas.openxmlformats.org/drawingml/2006/main">
            <a:r>
              <a:t>• Windows: 7 Jul to 5 Aug vs 22 Sep to 21 Oct</a:t>
            </a:r>
          </a:p>
          <a:p xmlns:a="http://schemas.openxmlformats.org/drawingml/2006/main">
            <a:r>
              <a:t>• 364,417 then 127,531 events. About 65% fewer</a:t>
            </a:r>
          </a:p>
          <a:p xmlns:a="http://schemas.openxmlformats.org/drawingml/2006/main">
            <a:r>
              <a:t>• Android snapshot: about 690 to 290 events/day. Short window</a:t>
            </a:r>
          </a:p>
          <a:p xmlns:a="http://schemas.openxmlformats.org/drawingml/2006/main">
            <a:r>
              <a:t>• Oct: 37 new error types</a:t>
            </a:r>
          </a:p>
          <a:p xmlns:a="http://schemas.openxmlformats.org/drawingml/2006/main">
            <a:r>
              <a:t>• Fixes, filters and sampling affect counts. No usage denominator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• Finally: delivery</a:t>
            </a:r>
          </a:p>
          <a:p xmlns:a="http://schemas.openxmlformats.org/drawingml/2006/main">
            <a:r>
              <a:t>• Small verified changes</a:t>
            </a:r>
          </a:p>
          <a:p xmlns:a="http://schemas.openxmlformats.org/drawingml/2006/main">
            <a:r>
              <a:t>• Feature activation separated from code release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• Canary build after every merge</a:t>
            </a:r>
          </a:p>
          <a:p xmlns:a="http://schemas.openxmlformats.org/drawingml/2006/main">
            <a:r>
              <a:t>• Weekday nightly beta when main changes. iOS TestFlight + Android</a:t>
            </a:r>
          </a:p>
          <a:p xmlns:a="http://schemas.openxmlformats.org/drawingml/2006/main">
            <a:r>
              <a:t>• Separate installs allow before/after comparison</a:t>
            </a:r>
          </a:p>
          <a:p xmlns:a="http://schemas.openxmlformats.org/drawingml/2006/main">
            <a:r>
              <a:t>• Deep links and payment flows need that comparison</a:t>
            </a:r>
          </a:p>
          <a:p xmlns:a="http://schemas.openxmlformats.org/drawingml/2006/main">
            <a:r>
              <a:t>• Skills generate specific TestFlight change notes and testing instructions.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• Return to the days-long approval queue</a:t>
            </a:r>
          </a:p>
          <a:p xmlns:a="http://schemas.openxmlformats.org/drawingml/2006/main">
            <a:r>
              <a:t>• Small increments behind feature flags</a:t>
            </a:r>
          </a:p>
          <a:p xmlns:a="http://schemas.openxmlformats.org/drawingml/2006/main">
            <a:r>
              <a:t>• Ship verified code; decide activation separately</a:t>
            </a:r>
          </a:p>
          <a:p xmlns:a="http://schemas.openxmlformats.org/drawingml/2006/main">
            <a:r>
              <a:t>• Check enabled and disabled behaviour</a:t>
            </a:r>
          </a:p>
          <a:p xmlns:a="http://schemas.openxmlformats.org/drawingml/2006/main">
            <a:r>
              <a:t>• Mobile flag needs code in the installed app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• September: 188 mobile PRs. October to 8th: 126</a:t>
            </a:r>
          </a:p>
          <a:p xmlns:a="http://schemas.openxmlformats.org/drawingml/2006/main">
            <a:r>
              <a:t>• October: 79 test PRs, 22 fixes, 17 features</a:t>
            </a:r>
          </a:p>
          <a:p xmlns:a="http://schemas.openxmlformats.org/drawingml/2006/main">
            <a:r>
              <a:t>• Partial month. Exclude from full-month averages</a:t>
            </a:r>
          </a:p>
          <a:p xmlns:a="http://schemas.openxmlformats.org/drawingml/2006/main">
            <a:r>
              <a:t>• April joining marker. Process changed in May</a:t>
            </a:r>
          </a:p>
          <a:p xmlns:a="http://schemas.openxmlformats.org/drawingml/2006/main">
            <a:r>
              <a:t>• PR count is activity, not productivity or features delivered.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• Onboarding myself to the team, codebase and business</a:t>
            </a:r>
          </a:p>
          <a:p xmlns:a="http://schemas.openxmlformats.org/drawingml/2006/main">
            <a:r>
              <a:t>• Design system and monorepo, each could be its own talk</a:t>
            </a:r>
          </a:p>
          <a:p xmlns:a="http://schemas.openxmlformats.org/drawingml/2006/main">
            <a:r>
              <a:t>• Transition from engineering delivery to product ownership</a:t>
            </a:r>
          </a:p>
          <a:p xmlns:a="http://schemas.openxmlformats.org/drawingml/2006/main">
            <a:r>
              <a:t>• AI adoption across the development loop</a:t>
            </a:r>
          </a:p>
          <a:p xmlns:a="http://schemas.openxmlformats.org/drawingml/2006/main">
            <a:r>
              <a:t>• Harness: the environment around AI, not just the model</a:t>
            </a:r>
          </a:p>
          <a:p xmlns:a="http://schemas.openxmlformats.org/drawingml/2006/main">
            <a:r>
              <a:t>• A few months of change, many challenges beyond today’s scope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• Lessons to adapt, not a universal five-step recipe</a:t>
            </a:r>
          </a:p>
          <a:p xmlns:a="http://schemas.openxmlformats.org/drawingml/2006/main">
            <a:r>
              <a:t>• Start with your team’s actual bottleneck</a:t>
            </a:r>
          </a:p>
          <a:p xmlns:a="http://schemas.openxmlformats.org/drawingml/2006/main">
            <a:r>
              <a:t>• Clear expectations and meaningful checks matter everywhere</a:t>
            </a:r>
          </a:p>
          <a:p xmlns:a="http://schemas.openxmlformats.org/drawingml/2006/main">
            <a:r>
              <a:t>• Tools, approval boundaries and rollout depend on context</a:t>
            </a:r>
          </a:p>
          <a:p xmlns:a="http://schemas.openxmlformats.org/drawingml/2006/main">
            <a:r>
              <a:t>• Start small. Inspect the outcome. Expand what works.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• Regressions every release. Days of QA and approvals.</a:t>
            </a:r>
          </a:p>
          <a:p xmlns:a="http://schemas.openxmlformats.org/drawingml/2006/main">
            <a:r>
              <a:t>• Skills → tests → CI → device evidence</a:t>
            </a:r>
          </a:p>
          <a:p xmlns:a="http://schemas.openxmlformats.org/drawingml/2006/main">
            <a:r>
              <a:t>• Review → production feedback → delivery</a:t>
            </a:r>
          </a:p>
          <a:p xmlns:a="http://schemas.openxmlformats.org/drawingml/2006/main">
            <a:r>
              <a:t>• Less repetitive QA. More confidence. Faster delivery.</a:t>
            </a:r>
          </a:p>
          <a:p xmlns:a="http://schemas.openxmlformats.org/drawingml/2006/main">
            <a:r>
              <a:t>• Evidence has limits. Human judgement still matters.</a:t>
            </a:r>
          </a:p>
          <a:p xmlns:a="http://schemas.openxmlformats.org/drawingml/2006/main">
            <a:r>
              <a:t>• QR: social profiles, talks and contact details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a8814947fac4b6d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6861133c2444cc3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38a8e5253554e37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2bb0f5f17ca42cd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1eebebe01254d7b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44a70454253431c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140FC922-D635-4B01-AD2B-3000B794091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153CC1D1-97F1-404A-BDEE-BE97F827E18E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5D3FA986-8250-45EA-A2E9-BBC12386F5B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9E9E24F4-589A-4AED-8233-B938DAF4048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138697CA-211F-4C03-AD06-E4D2FA42C2DF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27963C36-4D24-419A-AA5E-AAE3E779E71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F43990AB-B8F2-4C57-B4BF-C964E19BA14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AE244618-54FF-4594-818B-835AF6DBC7E4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035828F3-D623-481C-AB40-0ACBE1F9E0E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18E0193F-25EE-497E-A728-54094834E788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95a9a02ae48d4418" /><Relationship Type="http://schemas.openxmlformats.org/officeDocument/2006/relationships/slideLayout" Target="/ppt/slideLayouts/slideLayout1.xml" Id="R6044b5234c8d43d3" /><Relationship Type="http://schemas.openxmlformats.org/officeDocument/2006/relationships/slideLayout" Target="/ppt/slideLayouts/slideLayout2.xml" Id="Rfe55635047c841db" /><Relationship Type="http://schemas.openxmlformats.org/officeDocument/2006/relationships/slideLayout" Target="/ppt/slideLayouts/slideLayout3.xml" Id="R60a2d6a0db694555" /><Relationship Type="http://schemas.openxmlformats.org/officeDocument/2006/relationships/slideLayout" Target="/ppt/slideLayouts/slideLayout4.xml" Id="R34b8ba777ab04a02" /><Relationship Type="http://schemas.openxmlformats.org/officeDocument/2006/relationships/slideLayout" Target="/ppt/slideLayouts/slideLayout5.xml" Id="R0722e82b9f1f437c" /><Relationship Type="http://schemas.openxmlformats.org/officeDocument/2006/relationships/slideLayout" Target="/ppt/slideLayouts/slideLayout6.xml" Id="R3c730e0c62fa4309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6044b5234c8d43d3"/>
    <p:sldLayoutId xmlns:r="http://schemas.openxmlformats.org/officeDocument/2006/relationships" id="2147483650" r:id="Rfe55635047c841db"/>
    <p:sldLayoutId xmlns:r="http://schemas.openxmlformats.org/officeDocument/2006/relationships" id="2147483651" r:id="R60a2d6a0db694555"/>
    <p:sldLayoutId xmlns:r="http://schemas.openxmlformats.org/officeDocument/2006/relationships" id="2147483652" r:id="R34b8ba777ab04a02"/>
    <p:sldLayoutId xmlns:r="http://schemas.openxmlformats.org/officeDocument/2006/relationships" id="2147483653" r:id="R0722e82b9f1f437c"/>
    <p:sldLayoutId xmlns:r="http://schemas.openxmlformats.org/officeDocument/2006/relationships" id="2147483654" r:id="R3c730e0c62fa4309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8037327a53b48f8" /><Relationship Type="http://schemas.openxmlformats.org/officeDocument/2006/relationships/image" Target="/ppt/media/image.png" Id="R634943c13bce41a9" /><Relationship Type="http://schemas.openxmlformats.org/officeDocument/2006/relationships/image" Target="/ppt/media/image.jpeg" Id="R3e4d9e89d5574e43" /><Relationship Type="http://schemas.openxmlformats.org/officeDocument/2006/relationships/notesSlide" Target="/ppt/notesSlides/notesSlide1.xml" Id="R38a80c7022cc49f4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863da32a47d411c" /><Relationship Type="http://schemas.openxmlformats.org/officeDocument/2006/relationships/notesSlide" Target="/ppt/notesSlides/notesSlide2.xml" Id="Rf8639d1c58464af4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c2b83b628fa464b" /><Relationship Type="http://schemas.openxmlformats.org/officeDocument/2006/relationships/notesSlide" Target="/ppt/notesSlides/notesSlide3.xml" Id="Rd6e8b5d6524d4153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7439fc51bed44ac" /><Relationship Type="http://schemas.openxmlformats.org/officeDocument/2006/relationships/notesSlide" Target="/ppt/notesSlides/notesSlide4.xml" Id="R75beb080b1f24c00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b88e326295a4c5c" /><Relationship Type="http://schemas.openxmlformats.org/officeDocument/2006/relationships/notesSlide" Target="/ppt/notesSlides/notesSlide5.xml" Id="R88422284afdf4147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6681bcce4e24d4a" /><Relationship Type="http://schemas.openxmlformats.org/officeDocument/2006/relationships/notesSlide" Target="/ppt/notesSlides/notesSlide6.xml" Id="R560a4ed96c544c11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ae5c62367f44161" /><Relationship Type="http://schemas.openxmlformats.org/officeDocument/2006/relationships/image" Target="/ppt/media/image2.jpeg" Id="Rfe66ed9e24b442e7" /><Relationship Type="http://schemas.openxmlformats.org/officeDocument/2006/relationships/notesSlide" Target="/ppt/notesSlides/notesSlide7.xml" Id="Rd093719a7c644ab7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01758ccdff5450e" /><Relationship Type="http://schemas.openxmlformats.org/officeDocument/2006/relationships/image" Target="/ppt/media/image2.png" Id="Rb9260bdcff9e49e0" /><Relationship Type="http://schemas.openxmlformats.org/officeDocument/2006/relationships/image" Target="/ppt/media/image3.png" Id="R8cb04420e71349d4" /><Relationship Type="http://schemas.openxmlformats.org/officeDocument/2006/relationships/image" Target="/ppt/media/image4.png" Id="Re8c9dfaf4f5d4db7" /><Relationship Type="http://schemas.openxmlformats.org/officeDocument/2006/relationships/image" Target="/ppt/media/image5.png" Id="R923bcb66978d4b29" /><Relationship Type="http://schemas.openxmlformats.org/officeDocument/2006/relationships/image" Target="/ppt/media/image6.png" Id="Re87b06c4503f4fa0" /><Relationship Type="http://schemas.openxmlformats.org/officeDocument/2006/relationships/image" Target="/ppt/media/image7.png" Id="R424ac90034d64eee" /><Relationship Type="http://schemas.openxmlformats.org/officeDocument/2006/relationships/notesSlide" Target="/ppt/notesSlides/notesSlide8.xml" Id="R9ef72dd3bfaa4f6b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5e4e29513b74a63" /><Relationship Type="http://schemas.openxmlformats.org/officeDocument/2006/relationships/notesSlide" Target="/ppt/notesSlides/notesSlide9.xml" Id="R04fe3b3cc888442e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0cb8bde3a1e4666" /><Relationship Type="http://schemas.openxmlformats.org/officeDocument/2006/relationships/notesSlide" Target="/ppt/notesSlides/notesSlide10.xml" Id="R26f06ce47a644f83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a85fac7c7384eb6" /><Relationship Type="http://schemas.openxmlformats.org/officeDocument/2006/relationships/image" Target="/ppt/media/image8.png" Id="Rf838fee45b184224" /><Relationship Type="http://schemas.openxmlformats.org/officeDocument/2006/relationships/image" Target="/ppt/media/image9.png" Id="Rc23115a003a449c6" /><Relationship Type="http://schemas.openxmlformats.org/officeDocument/2006/relationships/image" Target="/ppt/media/image10.png" Id="R65c9b1b78eb2497e" /><Relationship Type="http://schemas.openxmlformats.org/officeDocument/2006/relationships/image" Target="/ppt/media/image11.png" Id="R7d1d4acfc4f44ef5" /><Relationship Type="http://schemas.openxmlformats.org/officeDocument/2006/relationships/image" Target="/ppt/media/image12.png" Id="R287ced8a8c4644be" /><Relationship Type="http://schemas.openxmlformats.org/officeDocument/2006/relationships/notesSlide" Target="/ppt/notesSlides/notesSlide11.xml" Id="Ra29cdf7ca5c34ed6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1db34246e9d4dd0" /><Relationship Type="http://schemas.openxmlformats.org/officeDocument/2006/relationships/notesSlide" Target="/ppt/notesSlides/notesSlide12.xml" Id="R324ec137b73f49de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72f563810024ba2" /><Relationship Type="http://schemas.openxmlformats.org/officeDocument/2006/relationships/chart" Target="/ppt/slides/charts/chart1.xml" Id="Ra955e4091ff547d0" /><Relationship Type="http://schemas.openxmlformats.org/officeDocument/2006/relationships/notesSlide" Target="/ppt/notesSlides/notesSlide13.xml" Id="R7107ab46a1c24dcd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2ed14d4da744529" /><Relationship Type="http://schemas.openxmlformats.org/officeDocument/2006/relationships/image" Target="/ppt/media/image13.png" Id="R847ef7a5defb4dc3" /><Relationship Type="http://schemas.openxmlformats.org/officeDocument/2006/relationships/image" Target="/ppt/media/image14.png" Id="R52c635938dd54edc" /><Relationship Type="http://schemas.openxmlformats.org/officeDocument/2006/relationships/image" Target="/ppt/media/image15.png" Id="R6d8de77864674fe9" /><Relationship Type="http://schemas.openxmlformats.org/officeDocument/2006/relationships/image" Target="/ppt/media/image16.png" Id="Ra2266e8ed3414b21" /><Relationship Type="http://schemas.openxmlformats.org/officeDocument/2006/relationships/notesSlide" Target="/ppt/notesSlides/notesSlide14.xml" Id="R2c6f97b693794bfd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55c9a68f6c44903" /><Relationship Type="http://schemas.openxmlformats.org/officeDocument/2006/relationships/notesSlide" Target="/ppt/notesSlides/notesSlide15.xml" Id="R42891a9a06724a2c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bad186d7895480c" /><Relationship Type="http://schemas.openxmlformats.org/officeDocument/2006/relationships/notesSlide" Target="/ppt/notesSlides/notesSlide16.xml" Id="R3cac8a1719f64f9d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df3873967154b24" /><Relationship Type="http://schemas.openxmlformats.org/officeDocument/2006/relationships/image" Target="/ppt/media/image17.png" Id="R3c09d655a2684975" /><Relationship Type="http://schemas.openxmlformats.org/officeDocument/2006/relationships/image" Target="/ppt/media/image18.png" Id="R75483299e4ac48f5" /><Relationship Type="http://schemas.openxmlformats.org/officeDocument/2006/relationships/image" Target="/ppt/media/image19.png" Id="R423be0e7edc8489a" /><Relationship Type="http://schemas.openxmlformats.org/officeDocument/2006/relationships/notesSlide" Target="/ppt/notesSlides/notesSlide17.xml" Id="R83156a61422a4510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1a1d383462a433f" /><Relationship Type="http://schemas.openxmlformats.org/officeDocument/2006/relationships/notesSlide" Target="/ppt/notesSlides/notesSlide18.xml" Id="Rd5516dacf51a47e1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85ab802ab7a40bb" /><Relationship Type="http://schemas.openxmlformats.org/officeDocument/2006/relationships/chart" Target="/ppt/slides/charts/chart2.xml" Id="Rc7bd19c78cd74faf" /><Relationship Type="http://schemas.openxmlformats.org/officeDocument/2006/relationships/notesSlide" Target="/ppt/notesSlides/notesSlide19.xml" Id="R2289ed62f34e4a48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c3ce1281e5d4e5a" /><Relationship Type="http://schemas.openxmlformats.org/officeDocument/2006/relationships/image" Target="/ppt/media/image20.png" Id="R1e8d2de9f0c64dcb" /><Relationship Type="http://schemas.openxmlformats.org/officeDocument/2006/relationships/image" Target="/ppt/media/image21.png" Id="R563fcb3007fc4997" /><Relationship Type="http://schemas.openxmlformats.org/officeDocument/2006/relationships/notesSlide" Target="/ppt/notesSlides/notesSlide20.xml" Id="R7dfbcf226dad4ca3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0ac61e69f49420a" /><Relationship Type="http://schemas.openxmlformats.org/officeDocument/2006/relationships/notesSlide" Target="/ppt/notesSlides/notesSlide21.xml" Id="Rf5d1113a47e840a9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7efd2ab81b04d87" /><Relationship Type="http://schemas.openxmlformats.org/officeDocument/2006/relationships/notesSlide" Target="/ppt/notesSlides/notesSlide22.xml" Id="Rdceb7c27004f49c9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2d4443bd0e442f6" /><Relationship Type="http://schemas.openxmlformats.org/officeDocument/2006/relationships/image" Target="/ppt/media/image22.png" Id="R082052ec21ac4a1d" /><Relationship Type="http://schemas.openxmlformats.org/officeDocument/2006/relationships/notesSlide" Target="/ppt/notesSlides/notesSlide23.xml" Id="R850140b039c444f4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cd7f22b02ec4474" /><Relationship Type="http://schemas.openxmlformats.org/officeDocument/2006/relationships/notesSlide" Target="/ppt/notesSlides/notesSlide24.xml" Id="Rdf1d8b76841b40d7" /></Relationships>
</file>

<file path=ppt/slides/_rels/slide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f39d54b5eee449d" /><Relationship Type="http://schemas.openxmlformats.org/officeDocument/2006/relationships/chart" Target="/ppt/slides/charts/chart3.xml" Id="R23ffe5d8560b4fc4" /><Relationship Type="http://schemas.openxmlformats.org/officeDocument/2006/relationships/notesSlide" Target="/ppt/notesSlides/notesSlide25.xml" Id="R06f7132b2fe04f57" /></Relationships>
</file>

<file path=ppt/slides/_rels/slide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b8e96a7e79a4ebe" /><Relationship Type="http://schemas.openxmlformats.org/officeDocument/2006/relationships/notesSlide" Target="/ppt/notesSlides/notesSlide26.xml" Id="R0bc783b3a4164fd6" /></Relationships>
</file>

<file path=ppt/slides/_rels/slide2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d953819c4324149" /><Relationship Type="http://schemas.openxmlformats.org/officeDocument/2006/relationships/notesSlide" Target="/ppt/notesSlides/notesSlide27.xml" Id="Re3c9aad3af8a43d5" /></Relationships>
</file>

<file path=ppt/slides/_rels/slide2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66bad092c38407f" /><Relationship Type="http://schemas.openxmlformats.org/officeDocument/2006/relationships/notesSlide" Target="/ppt/notesSlides/notesSlide28.xml" Id="R13b70ca8930d4c60" /></Relationships>
</file>

<file path=ppt/slides/_rels/slide2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327d7305de24a7b" /><Relationship Type="http://schemas.openxmlformats.org/officeDocument/2006/relationships/chart" Target="/ppt/slides/charts/chart4.xml" Id="Rea698750dd364b96" /><Relationship Type="http://schemas.openxmlformats.org/officeDocument/2006/relationships/notesSlide" Target="/ppt/notesSlides/notesSlide29.xml" Id="R51ad217182534821" /></Relationships>
</file>

<file path=ppt/slides/_rels/slide3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d29b10b6e894697" /><Relationship Type="http://schemas.openxmlformats.org/officeDocument/2006/relationships/notesSlide" Target="/ppt/notesSlides/notesSlide30.xml" Id="Rd9454ec3fe3e41a0" /></Relationships>
</file>

<file path=ppt/slides/_rels/slide3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b2e4ca4c0fd48f5" /><Relationship Type="http://schemas.openxmlformats.org/officeDocument/2006/relationships/notesSlide" Target="/ppt/notesSlides/notesSlide31.xml" Id="R5588ae806de64675" /></Relationships>
</file>

<file path=ppt/slides/_rels/slide3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2845769e0c34cdf" /><Relationship Type="http://schemas.openxmlformats.org/officeDocument/2006/relationships/image" Target="/ppt/media/image23.png" Id="Rc708e7f287a14588" /><Relationship Type="http://schemas.openxmlformats.org/officeDocument/2006/relationships/notesSlide" Target="/ppt/notesSlides/notesSlide32.xml" Id="Rff5fab2127664fea" /></Relationships>
</file>

<file path=ppt/slides/charts/_rels/chart1.xml.rels><Relationships xmlns="http://schemas.openxmlformats.org/package/2006/relationships"><Relationship Id="rIdChartSnapshot1" Type="http://schemas.openxmlformats.org/officeDocument/2006/relationships/package" Target="../../embeddings/chart-data-snapshot-001.xlsx"/></Relationships>
</file>

<file path=ppt/slides/charts/_rels/chart2.xml.rels><Relationships xmlns="http://schemas.openxmlformats.org/package/2006/relationships"><Relationship Id="rIdChartSnapshot1" Type="http://schemas.openxmlformats.org/officeDocument/2006/relationships/package" Target="../../embeddings/chart-data-snapshot-002.xlsx"/></Relationships>
</file>

<file path=ppt/slides/charts/_rels/chart3.xml.rels><Relationships xmlns="http://schemas.openxmlformats.org/package/2006/relationships"><Relationship Id="rIdChartSnapshot1" Type="http://schemas.openxmlformats.org/officeDocument/2006/relationships/package" Target="../../embeddings/chart-data-snapshot-003.xlsx"/></Relationships>
</file>

<file path=ppt/slides/charts/_rels/chart4.xml.rels><Relationships xmlns="http://schemas.openxmlformats.org/package/2006/relationships"><Relationship Id="rIdChartSnapshot1" Type="http://schemas.openxmlformats.org/officeDocument/2006/relationships/package" Target="../../embeddings/chart-data-snapshot-004.xlsx"/></Relationships>
</file>

<file path=ppt/slides/charts/chart1.xml><?xml version="1.0" encoding="utf-8"?>
<c:chartSpace xmlns:c="http://schemas.openxmlformats.org/drawingml/2006/chart" xmlns:r="http://schemas.openxmlformats.org/officeDocument/2006/relationships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Unit-test files</c:v>
          </c:tx>
          <c:spPr>
            <a:solidFill xmlns:a="http://schemas.openxmlformats.org/drawingml/2006/main">
              <a:srgbClr val="00786F"/>
            </a:solidFill>
          </c:spPr>
          <c:invertIfNegative val="0"/>
          <c:dPt>
            <c:idx val="0"/>
            <c:invertIfNegative val="0"/>
            <c:spPr>
              <a:solidFill xmlns:a="http://schemas.openxmlformats.org/drawingml/2006/main">
                <a:srgbClr val="858D93"/>
              </a:solidFill>
            </c:spPr>
          </c:dPt>
          <c:dPt>
            <c:idx val="1"/>
            <c:invertIfNegative val="0"/>
            <c:spPr>
              <a:solidFill xmlns:a="http://schemas.openxmlformats.org/drawingml/2006/main">
                <a:srgbClr val="858D93"/>
              </a:solidFill>
            </c:spPr>
          </c:dPt>
          <c:dPt>
            <c:idx val="2"/>
            <c:invertIfNegative val="0"/>
            <c:spPr>
              <a:solidFill xmlns:a="http://schemas.openxmlformats.org/drawingml/2006/main">
                <a:srgbClr val="858D93"/>
              </a:solidFill>
            </c:spPr>
          </c:dPt>
          <c:dPt>
            <c:idx val="3"/>
            <c:invertIfNegative val="0"/>
            <c:spPr>
              <a:solidFill xmlns:a="http://schemas.openxmlformats.org/drawingml/2006/main">
                <a:srgbClr val="858D93"/>
              </a:solidFill>
            </c:spPr>
          </c:dPt>
          <c:dPt>
            <c:idx val="4"/>
            <c:invertIfNegative val="0"/>
            <c:spPr>
              <a:solidFill xmlns:a="http://schemas.openxmlformats.org/drawingml/2006/main">
                <a:srgbClr val="00786F"/>
              </a:solidFill>
            </c:spPr>
          </c:dPt>
          <c:dPt>
            <c:idx val="5"/>
            <c:invertIfNegative val="0"/>
            <c:spPr>
              <a:solidFill xmlns:a="http://schemas.openxmlformats.org/drawingml/2006/main">
                <a:srgbClr val="00786F"/>
              </a:solidFill>
            </c:spPr>
          </c:dPt>
          <c:dPt>
            <c:idx val="6"/>
            <c:invertIfNegative val="0"/>
            <c:spPr>
              <a:solidFill xmlns:a="http://schemas.openxmlformats.org/drawingml/2006/main">
                <a:srgbClr val="00786F"/>
              </a:solidFill>
            </c:spPr>
          </c:dPt>
          <c:dPt>
            <c:idx val="7"/>
            <c:invertIfNegative val="0"/>
            <c:spPr>
              <a:solidFill xmlns:a="http://schemas.openxmlformats.org/drawingml/2006/main">
                <a:srgbClr val="00786F"/>
              </a:solidFill>
            </c:spPr>
          </c:dPt>
          <c:dPt>
            <c:idx val="8"/>
            <c:invertIfNegative val="0"/>
            <c:spPr>
              <a:solidFill xmlns:a="http://schemas.openxmlformats.org/drawingml/2006/main">
                <a:srgbClr val="00786F"/>
              </a:solidFill>
            </c:spPr>
          </c:dPt>
          <c:dPt>
            <c:idx val="9"/>
            <c:invertIfNegative val="0"/>
            <c:spPr>
              <a:solidFill xmlns:a="http://schemas.openxmlformats.org/drawingml/2006/main">
                <a:srgbClr val="00786F"/>
              </a:solidFill>
            </c:spPr>
          </c:dPt>
          <c:cat>
            <c:strRef>
              <c:f>'Chart Data'!$A$2:$A$11</c:f>
              <c:strCache>
                <c:ptCount val="10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Oct*</c:v>
                </c:pt>
              </c:strCache>
            </c:strRef>
          </c:cat>
          <c:val>
            <c:numRef>
              <c:f>'Chart Data'!$B$2:$B$11</c:f>
              <c:numCache>
                <c:formatCode>#,##0</c:formatCode>
                <c:ptCount val="10"/>
                <c:pt idx="0">
                  <c:v>93</c:v>
                </c:pt>
                <c:pt idx="1">
                  <c:v>95</c:v>
                </c:pt>
                <c:pt idx="2">
                  <c:v>98</c:v>
                </c:pt>
                <c:pt idx="3">
                  <c:v>113</c:v>
                </c:pt>
                <c:pt idx="4">
                  <c:v>164</c:v>
                </c:pt>
                <c:pt idx="5">
                  <c:v>250</c:v>
                </c:pt>
                <c:pt idx="6">
                  <c:v>395</c:v>
                </c:pt>
                <c:pt idx="7">
                  <c:v>1040</c:v>
                </c:pt>
                <c:pt idx="8">
                  <c:v>1669</c:v>
                </c:pt>
                <c:pt idx="9">
                  <c:v>2257</c:v>
                </c:pt>
              </c:numCache>
            </c:numRef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725" b="0">
                  <a:solidFill>
                    <a:srgbClr val="15181B"/>
                  </a:solidFill>
                  <a:latin typeface="Satoshi Variable"/>
                  <a:ea typeface="Satoshi Variable"/>
                  <a:cs typeface="Satoshi Variable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6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CCD0CB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725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pPr>
          </a:p>
        </c:txPr>
        <c:crossAx val="48672768"/>
      </c:catAx>
      <c:valAx>
        <c:axId val="48672768"/>
        <c:scaling>
          <c:orientation val="minMax"/>
          <c:max val="2500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CCD0CB"/>
              </a:solidFill>
              <a:prstDash val="solid"/>
            </a:ln>
          </c:spPr>
        </c:majorGridlines>
        <c:numFmt formatCode="#,##0"/>
        <c:majorTickMark val="none"/>
        <c:minorTickMark val="none"/>
        <c:spPr>
          <a:ln xmlns:a="http://schemas.openxmlformats.org/drawingml/2006/main" w="0">
            <a:noFill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725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pPr>
          </a:p>
        </c:txPr>
        <c:crossAx val="48650112"/>
        <c:crossBetween val="between"/>
        <c:majorUnit val="500"/>
      </c:valAx>
      <c:spPr>
        <a:noFill xmlns:a="http://schemas.openxmlformats.org/drawingml/2006/main"/>
        <a:ln xmlns:a="http://schemas.openxmlformats.org/drawingml/2006/main" w="0">
          <a:noFill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</a:ln>
  </c:spPr>
  <c:externalData r:id="rIdChartSnapshot1">
    <c:autoUpdate val="0"/>
  </c:externalData>
</c:chartSpace>
</file>

<file path=ppt/slides/charts/chart2.xml><?xml version="1.0" encoding="utf-8"?>
<c:chartSpace xmlns:c="http://schemas.openxmlformats.org/drawingml/2006/chart" xmlns:r="http://schemas.openxmlformats.org/officeDocument/2006/relationships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Maestro YAML files</c:v>
          </c:tx>
          <c:spPr>
            <a:solidFill xmlns:a="http://schemas.openxmlformats.org/drawingml/2006/main">
              <a:srgbClr val="00786F"/>
            </a:solidFill>
          </c:spPr>
          <c:invertIfNegative val="0"/>
          <c:dPt>
            <c:idx val="0"/>
            <c:invertIfNegative val="0"/>
            <c:spPr>
              <a:solidFill xmlns:a="http://schemas.openxmlformats.org/drawingml/2006/main">
                <a:srgbClr val="858D93"/>
              </a:solidFill>
            </c:spPr>
          </c:dPt>
          <c:dPt>
            <c:idx val="1"/>
            <c:invertIfNegative val="0"/>
            <c:spPr>
              <a:solidFill xmlns:a="http://schemas.openxmlformats.org/drawingml/2006/main">
                <a:srgbClr val="858D93"/>
              </a:solidFill>
            </c:spPr>
          </c:dPt>
          <c:dPt>
            <c:idx val="2"/>
            <c:invertIfNegative val="0"/>
            <c:spPr>
              <a:solidFill xmlns:a="http://schemas.openxmlformats.org/drawingml/2006/main">
                <a:srgbClr val="858D93"/>
              </a:solidFill>
            </c:spPr>
          </c:dPt>
          <c:dPt>
            <c:idx val="3"/>
            <c:invertIfNegative val="0"/>
            <c:spPr>
              <a:solidFill xmlns:a="http://schemas.openxmlformats.org/drawingml/2006/main">
                <a:srgbClr val="858D93"/>
              </a:solidFill>
            </c:spPr>
          </c:dPt>
          <c:dPt>
            <c:idx val="4"/>
            <c:invertIfNegative val="0"/>
            <c:spPr>
              <a:solidFill xmlns:a="http://schemas.openxmlformats.org/drawingml/2006/main">
                <a:srgbClr val="00786F"/>
              </a:solidFill>
            </c:spPr>
          </c:dPt>
          <c:dPt>
            <c:idx val="5"/>
            <c:invertIfNegative val="0"/>
            <c:spPr>
              <a:solidFill xmlns:a="http://schemas.openxmlformats.org/drawingml/2006/main">
                <a:srgbClr val="00786F"/>
              </a:solidFill>
            </c:spPr>
          </c:dPt>
          <c:dPt>
            <c:idx val="6"/>
            <c:invertIfNegative val="0"/>
            <c:spPr>
              <a:solidFill xmlns:a="http://schemas.openxmlformats.org/drawingml/2006/main">
                <a:srgbClr val="00786F"/>
              </a:solidFill>
            </c:spPr>
          </c:dPt>
          <c:dPt>
            <c:idx val="7"/>
            <c:invertIfNegative val="0"/>
            <c:spPr>
              <a:solidFill xmlns:a="http://schemas.openxmlformats.org/drawingml/2006/main">
                <a:srgbClr val="00786F"/>
              </a:solidFill>
            </c:spPr>
          </c:dPt>
          <c:dPt>
            <c:idx val="8"/>
            <c:invertIfNegative val="0"/>
            <c:spPr>
              <a:solidFill xmlns:a="http://schemas.openxmlformats.org/drawingml/2006/main">
                <a:srgbClr val="00786F"/>
              </a:solidFill>
            </c:spPr>
          </c:dPt>
          <c:dPt>
            <c:idx val="9"/>
            <c:invertIfNegative val="0"/>
            <c:spPr>
              <a:solidFill xmlns:a="http://schemas.openxmlformats.org/drawingml/2006/main">
                <a:srgbClr val="00786F"/>
              </a:solidFill>
            </c:spPr>
          </c:dPt>
          <c:cat>
            <c:strRef>
              <c:f>'Chart Data'!$A$2:$A$11</c:f>
              <c:strCache>
                <c:ptCount val="10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Oct*</c:v>
                </c:pt>
              </c:strCache>
            </c:strRef>
          </c:cat>
          <c:val>
            <c:numRef>
              <c:f>'Chart Data'!$B$2:$B$11</c:f>
              <c:numCache>
                <c:formatCode>#,##0</c:formatCode>
                <c:ptCount val="10"/>
                <c:pt idx="0">
                  <c:v>14</c:v>
                </c:pt>
                <c:pt idx="1">
                  <c:v>14</c:v>
                </c:pt>
                <c:pt idx="2">
                  <c:v>14</c:v>
                </c:pt>
                <c:pt idx="3">
                  <c:v>14</c:v>
                </c:pt>
                <c:pt idx="4">
                  <c:v>129</c:v>
                </c:pt>
                <c:pt idx="5">
                  <c:v>135</c:v>
                </c:pt>
                <c:pt idx="6">
                  <c:v>136</c:v>
                </c:pt>
                <c:pt idx="7">
                  <c:v>147</c:v>
                </c:pt>
                <c:pt idx="8">
                  <c:v>225</c:v>
                </c:pt>
                <c:pt idx="9">
                  <c:v>404</c:v>
                </c:pt>
              </c:numCache>
            </c:numRef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725" b="0">
                  <a:solidFill>
                    <a:srgbClr val="15181B"/>
                  </a:solidFill>
                  <a:latin typeface="Satoshi Variable"/>
                  <a:ea typeface="Satoshi Variable"/>
                  <a:cs typeface="Satoshi Variable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6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CCD0CB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725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pPr>
          </a:p>
        </c:txPr>
        <c:crossAx val="48672768"/>
      </c:catAx>
      <c:valAx>
        <c:axId val="48672768"/>
        <c:scaling>
          <c:orientation val="minMax"/>
          <c:max val="450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CCD0CB"/>
              </a:solidFill>
              <a:prstDash val="solid"/>
            </a:ln>
          </c:spPr>
        </c:majorGridlines>
        <c:numFmt formatCode="#,##0"/>
        <c:majorTickMark val="none"/>
        <c:minorTickMark val="none"/>
        <c:spPr>
          <a:ln xmlns:a="http://schemas.openxmlformats.org/drawingml/2006/main" w="0">
            <a:noFill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725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pPr>
          </a:p>
        </c:txPr>
        <c:crossAx val="48650112"/>
        <c:crossBetween val="between"/>
        <c:majorUnit val="100"/>
      </c:valAx>
      <c:spPr>
        <a:noFill xmlns:a="http://schemas.openxmlformats.org/drawingml/2006/main"/>
        <a:ln xmlns:a="http://schemas.openxmlformats.org/drawingml/2006/main" w="0">
          <a:noFill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</a:ln>
  </c:spPr>
  <c:externalData r:id="rIdChartSnapshot1">
    <c:autoUpdate val="0"/>
  </c:externalData>
</c:chartSpace>
</file>

<file path=ppt/slides/charts/chart3.xml><?xml version="1.0" encoding="utf-8"?>
<c:chartSpace xmlns:c="http://schemas.openxmlformats.org/drawingml/2006/chart" xmlns:r="http://schemas.openxmlformats.org/officeDocument/2006/relationships">
  <c:lang val="en-US"/>
  <c:chart>
    <c:plotArea>
      <c:scatterChart>
        <c:scatterStyle val="line"/>
        <c:varyColors val="0"/>
        <c:ser>
          <c:idx val="0"/>
          <c:order val="0"/>
          <c:tx>
            <c:v>Recorded events per day</c:v>
          </c:tx>
          <c:spPr>
            <a:solidFill xmlns:a="http://schemas.openxmlformats.org/drawingml/2006/main">
              <a:srgbClr val="00786F"/>
            </a:solidFill>
            <a:ln xmlns:a="http://schemas.openxmlformats.org/drawingml/2006/main" w="28575">
              <a:solidFill>
                <a:srgbClr val="00786F"/>
              </a:solidFill>
              <a:prstDash val="solid"/>
            </a:ln>
          </c:spPr>
          <c:marker>
            <c:symbol val="none"/>
          </c:marker>
          <c:xVal>
            <c:numRef>
              <c:f>'Chart Data'!$A$2:$A$108</c:f>
              <c:numCache>
                <c:formatCode>d mmm</c:formatCode>
                <c:ptCount val="107"/>
                <c:pt idx="0">
                  <c:v>46210</c:v>
                </c:pt>
                <c:pt idx="1">
                  <c:v>46211</c:v>
                </c:pt>
                <c:pt idx="2">
                  <c:v>46212</c:v>
                </c:pt>
                <c:pt idx="3">
                  <c:v>46213</c:v>
                </c:pt>
                <c:pt idx="4">
                  <c:v>46214</c:v>
                </c:pt>
                <c:pt idx="5">
                  <c:v>46215</c:v>
                </c:pt>
                <c:pt idx="6">
                  <c:v>46216</c:v>
                </c:pt>
                <c:pt idx="7">
                  <c:v>46217</c:v>
                </c:pt>
                <c:pt idx="8">
                  <c:v>46218</c:v>
                </c:pt>
                <c:pt idx="9">
                  <c:v>46219</c:v>
                </c:pt>
                <c:pt idx="10">
                  <c:v>46220</c:v>
                </c:pt>
                <c:pt idx="11">
                  <c:v>46221</c:v>
                </c:pt>
                <c:pt idx="12">
                  <c:v>46222</c:v>
                </c:pt>
                <c:pt idx="13">
                  <c:v>46223</c:v>
                </c:pt>
                <c:pt idx="14">
                  <c:v>46224</c:v>
                </c:pt>
                <c:pt idx="15">
                  <c:v>46225</c:v>
                </c:pt>
                <c:pt idx="16">
                  <c:v>46226</c:v>
                </c:pt>
                <c:pt idx="17">
                  <c:v>46227</c:v>
                </c:pt>
                <c:pt idx="18">
                  <c:v>46228</c:v>
                </c:pt>
                <c:pt idx="19">
                  <c:v>46229</c:v>
                </c:pt>
                <c:pt idx="20">
                  <c:v>46230</c:v>
                </c:pt>
                <c:pt idx="21">
                  <c:v>46231</c:v>
                </c:pt>
                <c:pt idx="22">
                  <c:v>46232</c:v>
                </c:pt>
                <c:pt idx="23">
                  <c:v>46233</c:v>
                </c:pt>
                <c:pt idx="24">
                  <c:v>46234</c:v>
                </c:pt>
                <c:pt idx="25">
                  <c:v>46235</c:v>
                </c:pt>
                <c:pt idx="26">
                  <c:v>46236</c:v>
                </c:pt>
                <c:pt idx="27">
                  <c:v>46237</c:v>
                </c:pt>
                <c:pt idx="28">
                  <c:v>46238</c:v>
                </c:pt>
                <c:pt idx="29">
                  <c:v>46239</c:v>
                </c:pt>
                <c:pt idx="30">
                  <c:v>46240</c:v>
                </c:pt>
                <c:pt idx="31">
                  <c:v>46241</c:v>
                </c:pt>
                <c:pt idx="32">
                  <c:v>46242</c:v>
                </c:pt>
                <c:pt idx="33">
                  <c:v>46243</c:v>
                </c:pt>
                <c:pt idx="34">
                  <c:v>46244</c:v>
                </c:pt>
                <c:pt idx="35">
                  <c:v>46245</c:v>
                </c:pt>
                <c:pt idx="36">
                  <c:v>46246</c:v>
                </c:pt>
                <c:pt idx="37">
                  <c:v>46247</c:v>
                </c:pt>
                <c:pt idx="38">
                  <c:v>46248</c:v>
                </c:pt>
                <c:pt idx="39">
                  <c:v>46249</c:v>
                </c:pt>
                <c:pt idx="40">
                  <c:v>46250</c:v>
                </c:pt>
                <c:pt idx="41">
                  <c:v>46251</c:v>
                </c:pt>
                <c:pt idx="42">
                  <c:v>46252</c:v>
                </c:pt>
                <c:pt idx="43">
                  <c:v>46253</c:v>
                </c:pt>
                <c:pt idx="44">
                  <c:v>46254</c:v>
                </c:pt>
                <c:pt idx="45">
                  <c:v>46255</c:v>
                </c:pt>
                <c:pt idx="46">
                  <c:v>46256</c:v>
                </c:pt>
                <c:pt idx="47">
                  <c:v>46257</c:v>
                </c:pt>
                <c:pt idx="48">
                  <c:v>46258</c:v>
                </c:pt>
                <c:pt idx="49">
                  <c:v>46259</c:v>
                </c:pt>
                <c:pt idx="50">
                  <c:v>46260</c:v>
                </c:pt>
                <c:pt idx="51">
                  <c:v>46261</c:v>
                </c:pt>
                <c:pt idx="52">
                  <c:v>46262</c:v>
                </c:pt>
                <c:pt idx="53">
                  <c:v>46263</c:v>
                </c:pt>
                <c:pt idx="54">
                  <c:v>46264</c:v>
                </c:pt>
                <c:pt idx="55">
                  <c:v>46265</c:v>
                </c:pt>
                <c:pt idx="56">
                  <c:v>46266</c:v>
                </c:pt>
                <c:pt idx="57">
                  <c:v>46267</c:v>
                </c:pt>
                <c:pt idx="58">
                  <c:v>46268</c:v>
                </c:pt>
                <c:pt idx="59">
                  <c:v>46269</c:v>
                </c:pt>
                <c:pt idx="60">
                  <c:v>46270</c:v>
                </c:pt>
                <c:pt idx="61">
                  <c:v>46271</c:v>
                </c:pt>
                <c:pt idx="62">
                  <c:v>46272</c:v>
                </c:pt>
                <c:pt idx="63">
                  <c:v>46273</c:v>
                </c:pt>
                <c:pt idx="64">
                  <c:v>46274</c:v>
                </c:pt>
                <c:pt idx="65">
                  <c:v>46275</c:v>
                </c:pt>
                <c:pt idx="66">
                  <c:v>46276</c:v>
                </c:pt>
                <c:pt idx="67">
                  <c:v>46277</c:v>
                </c:pt>
                <c:pt idx="68">
                  <c:v>46278</c:v>
                </c:pt>
                <c:pt idx="69">
                  <c:v>46279</c:v>
                </c:pt>
                <c:pt idx="70">
                  <c:v>46280</c:v>
                </c:pt>
                <c:pt idx="71">
                  <c:v>46281</c:v>
                </c:pt>
                <c:pt idx="72">
                  <c:v>46282</c:v>
                </c:pt>
                <c:pt idx="73">
                  <c:v>46283</c:v>
                </c:pt>
                <c:pt idx="74">
                  <c:v>46284</c:v>
                </c:pt>
                <c:pt idx="75">
                  <c:v>46285</c:v>
                </c:pt>
                <c:pt idx="76">
                  <c:v>46286</c:v>
                </c:pt>
                <c:pt idx="77">
                  <c:v>46287</c:v>
                </c:pt>
                <c:pt idx="78">
                  <c:v>46288</c:v>
                </c:pt>
                <c:pt idx="79">
                  <c:v>46289</c:v>
                </c:pt>
                <c:pt idx="80">
                  <c:v>46290</c:v>
                </c:pt>
                <c:pt idx="81">
                  <c:v>46291</c:v>
                </c:pt>
                <c:pt idx="82">
                  <c:v>46292</c:v>
                </c:pt>
                <c:pt idx="83">
                  <c:v>46293</c:v>
                </c:pt>
                <c:pt idx="84">
                  <c:v>46294</c:v>
                </c:pt>
                <c:pt idx="85">
                  <c:v>46295</c:v>
                </c:pt>
                <c:pt idx="86">
                  <c:v>46296</c:v>
                </c:pt>
                <c:pt idx="87">
                  <c:v>46297</c:v>
                </c:pt>
                <c:pt idx="88">
                  <c:v>46298</c:v>
                </c:pt>
                <c:pt idx="89">
                  <c:v>46299</c:v>
                </c:pt>
                <c:pt idx="90">
                  <c:v>46300</c:v>
                </c:pt>
                <c:pt idx="91">
                  <c:v>46301</c:v>
                </c:pt>
                <c:pt idx="92">
                  <c:v>46302</c:v>
                </c:pt>
                <c:pt idx="93">
                  <c:v>46303</c:v>
                </c:pt>
                <c:pt idx="94">
                  <c:v>46304</c:v>
                </c:pt>
                <c:pt idx="95">
                  <c:v>46305</c:v>
                </c:pt>
                <c:pt idx="96">
                  <c:v>46306</c:v>
                </c:pt>
                <c:pt idx="97">
                  <c:v>46307</c:v>
                </c:pt>
                <c:pt idx="98">
                  <c:v>46308</c:v>
                </c:pt>
                <c:pt idx="99">
                  <c:v>46309</c:v>
                </c:pt>
                <c:pt idx="100">
                  <c:v>46310</c:v>
                </c:pt>
                <c:pt idx="101">
                  <c:v>46311</c:v>
                </c:pt>
                <c:pt idx="102">
                  <c:v>46312</c:v>
                </c:pt>
                <c:pt idx="103">
                  <c:v>46313</c:v>
                </c:pt>
                <c:pt idx="104">
                  <c:v>46314</c:v>
                </c:pt>
                <c:pt idx="105">
                  <c:v>46315</c:v>
                </c:pt>
                <c:pt idx="106">
                  <c:v>46316</c:v>
                </c:pt>
              </c:numCache>
            </c:numRef>
          </c:xVal>
          <c:yVal>
            <c:numRef>
              <c:f>'Chart Data'!$B$2:$B$108</c:f>
              <c:numCache>
                <c:formatCode>#,##0</c:formatCode>
                <c:ptCount val="107"/>
                <c:pt idx="0">
                  <c:v>24012</c:v>
                </c:pt>
                <c:pt idx="1">
                  <c:v>20186</c:v>
                </c:pt>
                <c:pt idx="2">
                  <c:v>18996</c:v>
                </c:pt>
                <c:pt idx="3">
                  <c:v>19756</c:v>
                </c:pt>
                <c:pt idx="4">
                  <c:v>23024</c:v>
                </c:pt>
                <c:pt idx="5">
                  <c:v>23245</c:v>
                </c:pt>
                <c:pt idx="6">
                  <c:v>16295</c:v>
                </c:pt>
                <c:pt idx="7">
                  <c:v>15949</c:v>
                </c:pt>
                <c:pt idx="8">
                  <c:v>16897</c:v>
                </c:pt>
                <c:pt idx="9">
                  <c:v>15846</c:v>
                </c:pt>
                <c:pt idx="10">
                  <c:v>17738</c:v>
                </c:pt>
                <c:pt idx="11">
                  <c:v>16197</c:v>
                </c:pt>
                <c:pt idx="12">
                  <c:v>17393</c:v>
                </c:pt>
                <c:pt idx="13">
                  <c:v>10078</c:v>
                </c:pt>
                <c:pt idx="14">
                  <c:v>7617</c:v>
                </c:pt>
                <c:pt idx="15">
                  <c:v>9141</c:v>
                </c:pt>
                <c:pt idx="16">
                  <c:v>6265</c:v>
                </c:pt>
                <c:pt idx="17">
                  <c:v>9794</c:v>
                </c:pt>
                <c:pt idx="18">
                  <c:v>8768</c:v>
                </c:pt>
                <c:pt idx="19">
                  <c:v>10718</c:v>
                </c:pt>
                <c:pt idx="20">
                  <c:v>8498</c:v>
                </c:pt>
                <c:pt idx="21">
                  <c:v>8371</c:v>
                </c:pt>
                <c:pt idx="22">
                  <c:v>5913</c:v>
                </c:pt>
                <c:pt idx="23">
                  <c:v>5496</c:v>
                </c:pt>
                <c:pt idx="24">
                  <c:v>5007</c:v>
                </c:pt>
                <c:pt idx="25">
                  <c:v>4590</c:v>
                </c:pt>
                <c:pt idx="26">
                  <c:v>5165</c:v>
                </c:pt>
                <c:pt idx="27">
                  <c:v>4218</c:v>
                </c:pt>
                <c:pt idx="28">
                  <c:v>4651</c:v>
                </c:pt>
                <c:pt idx="29">
                  <c:v>4593</c:v>
                </c:pt>
                <c:pt idx="30">
                  <c:v>4182</c:v>
                </c:pt>
                <c:pt idx="31">
                  <c:v>3842</c:v>
                </c:pt>
                <c:pt idx="32">
                  <c:v>4780</c:v>
                </c:pt>
                <c:pt idx="33">
                  <c:v>4634</c:v>
                </c:pt>
                <c:pt idx="34">
                  <c:v>4177</c:v>
                </c:pt>
                <c:pt idx="35">
                  <c:v>3653</c:v>
                </c:pt>
                <c:pt idx="36">
                  <c:v>4288</c:v>
                </c:pt>
                <c:pt idx="37">
                  <c:v>4385</c:v>
                </c:pt>
                <c:pt idx="38">
                  <c:v>5033</c:v>
                </c:pt>
                <c:pt idx="39">
                  <c:v>5656</c:v>
                </c:pt>
                <c:pt idx="40">
                  <c:v>4126</c:v>
                </c:pt>
                <c:pt idx="41">
                  <c:v>3445</c:v>
                </c:pt>
                <c:pt idx="42">
                  <c:v>4120</c:v>
                </c:pt>
                <c:pt idx="43">
                  <c:v>4262</c:v>
                </c:pt>
                <c:pt idx="44">
                  <c:v>4618</c:v>
                </c:pt>
                <c:pt idx="45">
                  <c:v>5010</c:v>
                </c:pt>
                <c:pt idx="46">
                  <c:v>4141</c:v>
                </c:pt>
                <c:pt idx="47">
                  <c:v>5675</c:v>
                </c:pt>
                <c:pt idx="48">
                  <c:v>3831</c:v>
                </c:pt>
                <c:pt idx="49">
                  <c:v>4252</c:v>
                </c:pt>
                <c:pt idx="50">
                  <c:v>4041</c:v>
                </c:pt>
                <c:pt idx="51">
                  <c:v>5122</c:v>
                </c:pt>
                <c:pt idx="52">
                  <c:v>4364</c:v>
                </c:pt>
                <c:pt idx="53">
                  <c:v>5519</c:v>
                </c:pt>
                <c:pt idx="54">
                  <c:v>4933</c:v>
                </c:pt>
                <c:pt idx="55">
                  <c:v>4120</c:v>
                </c:pt>
                <c:pt idx="56">
                  <c:v>5575</c:v>
                </c:pt>
                <c:pt idx="57">
                  <c:v>2856</c:v>
                </c:pt>
                <c:pt idx="58">
                  <c:v>3542</c:v>
                </c:pt>
                <c:pt idx="59">
                  <c:v>4435</c:v>
                </c:pt>
                <c:pt idx="60">
                  <c:v>3839</c:v>
                </c:pt>
                <c:pt idx="61">
                  <c:v>4728</c:v>
                </c:pt>
                <c:pt idx="62">
                  <c:v>3747</c:v>
                </c:pt>
                <c:pt idx="63">
                  <c:v>4707</c:v>
                </c:pt>
                <c:pt idx="64">
                  <c:v>4024</c:v>
                </c:pt>
                <c:pt idx="65">
                  <c:v>3937</c:v>
                </c:pt>
                <c:pt idx="66">
                  <c:v>5324</c:v>
                </c:pt>
                <c:pt idx="67">
                  <c:v>5981</c:v>
                </c:pt>
                <c:pt idx="68">
                  <c:v>6254</c:v>
                </c:pt>
                <c:pt idx="69">
                  <c:v>6468</c:v>
                </c:pt>
                <c:pt idx="70">
                  <c:v>6111</c:v>
                </c:pt>
                <c:pt idx="71">
                  <c:v>5340</c:v>
                </c:pt>
                <c:pt idx="72">
                  <c:v>4087</c:v>
                </c:pt>
                <c:pt idx="73">
                  <c:v>7077</c:v>
                </c:pt>
                <c:pt idx="74">
                  <c:v>5791</c:v>
                </c:pt>
                <c:pt idx="75">
                  <c:v>8333</c:v>
                </c:pt>
                <c:pt idx="76">
                  <c:v>4433</c:v>
                </c:pt>
                <c:pt idx="77">
                  <c:v>8013</c:v>
                </c:pt>
                <c:pt idx="78">
                  <c:v>4019</c:v>
                </c:pt>
                <c:pt idx="79">
                  <c:v>4336</c:v>
                </c:pt>
                <c:pt idx="80">
                  <c:v>5115</c:v>
                </c:pt>
                <c:pt idx="81">
                  <c:v>5466</c:v>
                </c:pt>
                <c:pt idx="82">
                  <c:v>5764</c:v>
                </c:pt>
                <c:pt idx="83">
                  <c:v>5162</c:v>
                </c:pt>
                <c:pt idx="84">
                  <c:v>4156</c:v>
                </c:pt>
                <c:pt idx="85">
                  <c:v>4189</c:v>
                </c:pt>
                <c:pt idx="86">
                  <c:v>3871</c:v>
                </c:pt>
                <c:pt idx="87">
                  <c:v>5959</c:v>
                </c:pt>
                <c:pt idx="88">
                  <c:v>4219</c:v>
                </c:pt>
                <c:pt idx="89">
                  <c:v>5278</c:v>
                </c:pt>
                <c:pt idx="90">
                  <c:v>3105</c:v>
                </c:pt>
                <c:pt idx="91">
                  <c:v>3362</c:v>
                </c:pt>
                <c:pt idx="92">
                  <c:v>3689</c:v>
                </c:pt>
                <c:pt idx="93">
                  <c:v>3346</c:v>
                </c:pt>
                <c:pt idx="94">
                  <c:v>4558</c:v>
                </c:pt>
                <c:pt idx="95">
                  <c:v>4313</c:v>
                </c:pt>
                <c:pt idx="96">
                  <c:v>3924</c:v>
                </c:pt>
                <c:pt idx="97">
                  <c:v>4362</c:v>
                </c:pt>
                <c:pt idx="98">
                  <c:v>3412</c:v>
                </c:pt>
                <c:pt idx="99">
                  <c:v>3086</c:v>
                </c:pt>
                <c:pt idx="100">
                  <c:v>3524</c:v>
                </c:pt>
                <c:pt idx="101">
                  <c:v>4207</c:v>
                </c:pt>
                <c:pt idx="102">
                  <c:v>4041</c:v>
                </c:pt>
                <c:pt idx="103">
                  <c:v>3178</c:v>
                </c:pt>
                <c:pt idx="104">
                  <c:v>2750</c:v>
                </c:pt>
                <c:pt idx="105">
                  <c:v>4100</c:v>
                </c:pt>
                <c:pt idx="106">
                  <c:v>3027</c:v>
                </c:pt>
              </c:numCache>
            </c:numRef>
          </c:y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725" b="0">
                  <a:solidFill>
                    <a:srgbClr val="15181B"/>
                  </a:solidFill>
                  <a:latin typeface="Satoshi Variable"/>
                  <a:ea typeface="Satoshi Variable"/>
                  <a:cs typeface="Satoshi Variable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scatterChart>
      <c:valAx>
        <c:axId val="48672768"/>
        <c:scaling>
          <c:orientation val="minMax"/>
          <c:max val="25000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CCD0CB"/>
              </a:solidFill>
              <a:prstDash val="solid"/>
            </a:ln>
          </c:spPr>
        </c:majorGridlines>
        <c:numFmt formatCode="#,##0"/>
        <c:majorTickMark val="none"/>
        <c:minorTickMark val="none"/>
        <c:spPr>
          <a:ln xmlns:a="http://schemas.openxmlformats.org/drawingml/2006/main" w="0">
            <a:noFill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725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pPr>
          </a:p>
        </c:txPr>
        <c:crossAx val="48650112"/>
        <c:majorUnit val="5000"/>
      </c:valAx>
      <c:valAx>
        <c:axId val="48650112"/>
        <c:scaling>
          <c:orientation val="minMax"/>
          <c:max val="46316"/>
          <c:min val="46210"/>
        </c:scaling>
        <c:delete val="0"/>
        <c:axPos val="b"/>
        <c:numFmt formatCode="d mmm"/>
        <c:majorTickMark val="none"/>
        <c:minorTickMark val="none"/>
        <c:tickLblPos val="none"/>
        <c:spPr>
          <a:ln xmlns:a="http://schemas.openxmlformats.org/drawingml/2006/main" w="9525">
            <a:solidFill>
              <a:srgbClr val="CCD0CB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725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pPr>
          </a:p>
        </c:txPr>
        <c:crossAx val="48672768"/>
        <c:majorUnit val="28"/>
      </c:valAx>
      <c:spPr>
        <a:noFill xmlns:a="http://schemas.openxmlformats.org/drawingml/2006/main"/>
        <a:ln xmlns:a="http://schemas.openxmlformats.org/drawingml/2006/main" w="0">
          <a:noFill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</a:ln>
  </c:spPr>
  <c:externalData r:id="rIdChartSnapshot1">
    <c:autoUpdate val="0"/>
  </c:externalData>
</c:chartSpace>
</file>

<file path=ppt/slides/charts/chart4.xml><?xml version="1.0" encoding="utf-8"?>
<c:chartSpace xmlns:c="http://schemas.openxmlformats.org/drawingml/2006/chart" xmlns:r="http://schemas.openxmlformats.org/officeDocument/2006/relationships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Merged mobile PRs</c:v>
          </c:tx>
          <c:spPr>
            <a:solidFill xmlns:a="http://schemas.openxmlformats.org/drawingml/2006/main">
              <a:srgbClr val="00786F"/>
            </a:solidFill>
          </c:spPr>
          <c:invertIfNegative val="0"/>
          <c:dPt>
            <c:idx val="0"/>
            <c:invertIfNegative val="0"/>
            <c:spPr>
              <a:solidFill xmlns:a="http://schemas.openxmlformats.org/drawingml/2006/main">
                <a:srgbClr val="858D93"/>
              </a:solidFill>
            </c:spPr>
          </c:dPt>
          <c:dPt>
            <c:idx val="1"/>
            <c:invertIfNegative val="0"/>
            <c:spPr>
              <a:solidFill xmlns:a="http://schemas.openxmlformats.org/drawingml/2006/main">
                <a:srgbClr val="858D93"/>
              </a:solidFill>
            </c:spPr>
          </c:dPt>
          <c:dPt>
            <c:idx val="2"/>
            <c:invertIfNegative val="0"/>
            <c:spPr>
              <a:solidFill xmlns:a="http://schemas.openxmlformats.org/drawingml/2006/main">
                <a:srgbClr val="858D93"/>
              </a:solidFill>
            </c:spPr>
          </c:dPt>
          <c:dPt>
            <c:idx val="3"/>
            <c:invertIfNegative val="0"/>
            <c:spPr>
              <a:solidFill xmlns:a="http://schemas.openxmlformats.org/drawingml/2006/main">
                <a:srgbClr val="858D93"/>
              </a:solidFill>
            </c:spPr>
          </c:dPt>
          <c:dPt>
            <c:idx val="4"/>
            <c:invertIfNegative val="0"/>
            <c:spPr>
              <a:solidFill xmlns:a="http://schemas.openxmlformats.org/drawingml/2006/main">
                <a:srgbClr val="00786F"/>
              </a:solidFill>
            </c:spPr>
          </c:dPt>
          <c:dPt>
            <c:idx val="5"/>
            <c:invertIfNegative val="0"/>
            <c:spPr>
              <a:solidFill xmlns:a="http://schemas.openxmlformats.org/drawingml/2006/main">
                <a:srgbClr val="00786F"/>
              </a:solidFill>
            </c:spPr>
          </c:dPt>
          <c:dPt>
            <c:idx val="6"/>
            <c:invertIfNegative val="0"/>
            <c:spPr>
              <a:solidFill xmlns:a="http://schemas.openxmlformats.org/drawingml/2006/main">
                <a:srgbClr val="00786F"/>
              </a:solidFill>
            </c:spPr>
          </c:dPt>
          <c:dPt>
            <c:idx val="7"/>
            <c:invertIfNegative val="0"/>
            <c:spPr>
              <a:solidFill xmlns:a="http://schemas.openxmlformats.org/drawingml/2006/main">
                <a:srgbClr val="00786F"/>
              </a:solidFill>
            </c:spPr>
          </c:dPt>
          <c:dPt>
            <c:idx val="8"/>
            <c:invertIfNegative val="0"/>
            <c:spPr>
              <a:solidFill xmlns:a="http://schemas.openxmlformats.org/drawingml/2006/main">
                <a:srgbClr val="00786F"/>
              </a:solidFill>
            </c:spPr>
          </c:dPt>
          <c:dPt>
            <c:idx val="9"/>
            <c:invertIfNegative val="0"/>
            <c:spPr>
              <a:solidFill xmlns:a="http://schemas.openxmlformats.org/drawingml/2006/main">
                <a:srgbClr val="00786F"/>
              </a:solidFill>
            </c:spPr>
          </c:dPt>
          <c:cat>
            <c:strRef>
              <c:f>'Chart Data'!$A$2:$A$11</c:f>
              <c:strCache>
                <c:ptCount val="10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Oct*</c:v>
                </c:pt>
              </c:strCache>
            </c:strRef>
          </c:cat>
          <c:val>
            <c:numRef>
              <c:f>'Chart Data'!$B$2:$B$11</c:f>
              <c:numCache>
                <c:formatCode>#,##0</c:formatCode>
                <c:ptCount val="10"/>
                <c:pt idx="0">
                  <c:v>25</c:v>
                </c:pt>
                <c:pt idx="1">
                  <c:v>32</c:v>
                </c:pt>
                <c:pt idx="2">
                  <c:v>46</c:v>
                </c:pt>
                <c:pt idx="3">
                  <c:v>58</c:v>
                </c:pt>
                <c:pt idx="4">
                  <c:v>159</c:v>
                </c:pt>
                <c:pt idx="5">
                  <c:v>222</c:v>
                </c:pt>
                <c:pt idx="6">
                  <c:v>158</c:v>
                </c:pt>
                <c:pt idx="7">
                  <c:v>194</c:v>
                </c:pt>
                <c:pt idx="8">
                  <c:v>188</c:v>
                </c:pt>
                <c:pt idx="9">
                  <c:v>126</c:v>
                </c:pt>
              </c:numCache>
            </c:numRef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725" b="0">
                  <a:solidFill>
                    <a:srgbClr val="15181B"/>
                  </a:solidFill>
                  <a:latin typeface="Satoshi Variable"/>
                  <a:ea typeface="Satoshi Variable"/>
                  <a:cs typeface="Satoshi Variable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6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CCD0CB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725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pPr>
          </a:p>
        </c:txPr>
        <c:crossAx val="48672768"/>
      </c:catAx>
      <c:valAx>
        <c:axId val="48672768"/>
        <c:scaling>
          <c:orientation val="minMax"/>
          <c:max val="250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CCD0CB"/>
              </a:solidFill>
              <a:prstDash val="solid"/>
            </a:ln>
          </c:spPr>
        </c:majorGridlines>
        <c:numFmt formatCode="#,##0"/>
        <c:majorTickMark val="none"/>
        <c:minorTickMark val="none"/>
        <c:spPr>
          <a:ln xmlns:a="http://schemas.openxmlformats.org/drawingml/2006/main" w="0">
            <a:noFill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725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pPr>
          </a:p>
        </c:txPr>
        <c:crossAx val="48650112"/>
        <c:crossBetween val="between"/>
        <c:majorUnit val="50"/>
      </c:valAx>
      <c:spPr>
        <a:noFill xmlns:a="http://schemas.openxmlformats.org/drawingml/2006/main"/>
        <a:ln xmlns:a="http://schemas.openxmlformats.org/drawingml/2006/main" w="0">
          <a:noFill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</a:ln>
  </c:spPr>
  <c:externalData r:id="rIdChartSnapshot1">
    <c:autoUpdate val="0"/>
  </c:externalData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11131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9636FD3-C2D4-4D79-AD97-73ED123F6CA2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34943c13bce41a9"/>
          <a:stretch xmlns:a="http://schemas.openxmlformats.org/drawingml/2006/main"/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Deck title">
            <a:extLst xmlns:a="http://schemas.openxmlformats.org/drawingml/2006/main">
              <a:ext uri="{FF2B5EF4-FFF2-40B4-BE49-F238E27FC236}">
                <a16:creationId xmlns:a16="http://schemas.microsoft.com/office/drawing/2014/main" id="{23B6821B-4A1B-4212-94F0-F251A1D491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857250"/>
            <a:ext cx="10668000" cy="2476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8100" b="0">
                <a:solidFill>
                  <a:srgbClr val="F6F4EE"/>
                </a:solidFill>
                <a:latin typeface="Newsreader"/>
                <a:ea typeface="Newsreader"/>
                <a:cs typeface="Newsreader"/>
              </a:defRPr>
            </a:defPPr>
            <a:lvl1pPr algn="l">
              <a:defRPr sz="8100" b="0">
                <a:solidFill>
                  <a:srgbClr val="F6F4EE"/>
                </a:solidFill>
                <a:latin typeface="Newsreader"/>
                <a:ea typeface="Newsreader"/>
                <a:cs typeface="Newsreader"/>
              </a:defRPr>
            </a:lvl1pPr>
            <a:lvl2pPr algn="l">
              <a:defRPr sz="8100" b="0">
                <a:solidFill>
                  <a:srgbClr val="F6F4EE"/>
                </a:solidFill>
                <a:latin typeface="Newsreader"/>
                <a:ea typeface="Newsreader"/>
                <a:cs typeface="Newsreader"/>
              </a:defRPr>
            </a:lvl2pPr>
            <a:lvl3pPr algn="l">
              <a:defRPr sz="8100" b="0">
                <a:solidFill>
                  <a:srgbClr val="F6F4EE"/>
                </a:solidFill>
                <a:latin typeface="Newsreader"/>
                <a:ea typeface="Newsreader"/>
                <a:cs typeface="Newsreader"/>
              </a:defRPr>
            </a:lvl3pPr>
            <a:lvl4pPr algn="l">
              <a:defRPr sz="8100" b="0">
                <a:solidFill>
                  <a:srgbClr val="F6F4EE"/>
                </a:solidFill>
                <a:latin typeface="Newsreader"/>
                <a:ea typeface="Newsreader"/>
                <a:cs typeface="Newsreader"/>
              </a:defRPr>
            </a:lvl4pPr>
            <a:lvl5pPr algn="l">
              <a:defRPr sz="8100" b="0">
                <a:solidFill>
                  <a:srgbClr val="F6F4EE"/>
                </a:solidFill>
                <a:latin typeface="Newsreader"/>
                <a:ea typeface="Newsreader"/>
                <a:cs typeface="Newsreader"/>
              </a:defRPr>
            </a:lvl5pPr>
            <a:lvl6pPr algn="l">
              <a:defRPr sz="8100" b="0">
                <a:solidFill>
                  <a:srgbClr val="F6F4EE"/>
                </a:solidFill>
                <a:latin typeface="Newsreader"/>
                <a:ea typeface="Newsreader"/>
                <a:cs typeface="Newsreader"/>
              </a:defRPr>
            </a:lvl6pPr>
            <a:lvl7pPr algn="l">
              <a:defRPr sz="8100" b="0">
                <a:solidFill>
                  <a:srgbClr val="F6F4EE"/>
                </a:solidFill>
                <a:latin typeface="Newsreader"/>
                <a:ea typeface="Newsreader"/>
                <a:cs typeface="Newsreader"/>
              </a:defRPr>
            </a:lvl7pPr>
            <a:lvl8pPr algn="l">
              <a:defRPr sz="8100" b="0">
                <a:solidFill>
                  <a:srgbClr val="F6F4EE"/>
                </a:solidFill>
                <a:latin typeface="Newsreader"/>
                <a:ea typeface="Newsreader"/>
                <a:cs typeface="Newsreader"/>
              </a:defRPr>
            </a:lvl8pPr>
            <a:lvl9pPr algn="l">
              <a:defRPr sz="8100" b="0">
                <a:solidFill>
                  <a:srgbClr val="F6F4EE"/>
                </a:solidFill>
                <a:latin typeface="Newsreader"/>
                <a:ea typeface="Newsreader"/>
                <a:cs typeface="Newsreader"/>
              </a:defRPr>
            </a:lvl9pPr>
          </a:lstStyle>
          <a:p xmlns:a="http://schemas.openxmlformats.org/drawingml/2006/main">
            <a:pPr algn="l">
              <a:defRPr sz="8100" b="0">
                <a:solidFill>
                  <a:srgbClr val="F6F4EE"/>
                </a:solidFill>
                <a:latin typeface="Newsreader"/>
                <a:ea typeface="Newsreader"/>
                <a:cs typeface="Newsreader"/>
              </a:defRPr>
            </a:pPr>
            <a:r>
              <a:rPr sz="8100" b="0">
                <a:solidFill>
                  <a:srgbClr val="F6F4EE"/>
                </a:solidFill>
                <a:latin typeface="Newsreader"/>
                <a:ea typeface="Newsreader"/>
                <a:cs typeface="Newsreader"/>
              </a:rPr>
              <a:t>Beyond the QA</a:t>
            </a:r>
          </a:p>
          <a:p xmlns:a="http://schemas.openxmlformats.org/drawingml/2006/main">
            <a:pPr algn="l">
              <a:defRPr sz="8100" b="0">
                <a:solidFill>
                  <a:srgbClr val="F6F4EE"/>
                </a:solidFill>
                <a:latin typeface="Newsreader"/>
                <a:ea typeface="Newsreader"/>
                <a:cs typeface="Newsreader"/>
              </a:defRPr>
            </a:pPr>
            <a:r>
              <a:rPr sz="8100" b="0">
                <a:solidFill>
                  <a:srgbClr val="F6F4EE"/>
                </a:solidFill>
                <a:latin typeface="Newsreader"/>
                <a:ea typeface="Newsreader"/>
                <a:cs typeface="Newsreader"/>
              </a:rPr>
              <a:t>Bottleneck</a:t>
            </a:r>
          </a:p>
        </p:txBody>
      </p:sp>
      <p:sp>
        <p:nvSpPr>
          <p:cNvPr id="3" name="text">
            <a:extLst xmlns:a="http://schemas.openxmlformats.org/drawingml/2006/main">
              <a:ext uri="{FF2B5EF4-FFF2-40B4-BE49-F238E27FC236}">
                <a16:creationId xmlns:a16="http://schemas.microsoft.com/office/drawing/2014/main" id="{16547454-D6A9-4F35-AC9F-1246B30EEA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3429000"/>
            <a:ext cx="10477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2550" b="0">
                <a:solidFill>
                  <a:srgbClr val="B7BCC1"/>
                </a:solidFill>
                <a:latin typeface="Satoshi Variable"/>
                <a:ea typeface="Satoshi Variable"/>
                <a:cs typeface="Satoshi Variable"/>
              </a:defRPr>
            </a:defPPr>
            <a:lvl1pPr algn="l">
              <a:defRPr sz="2550" b="0">
                <a:solidFill>
                  <a:srgbClr val="B7BCC1"/>
                </a:solidFill>
                <a:latin typeface="Satoshi Variable"/>
                <a:ea typeface="Satoshi Variable"/>
                <a:cs typeface="Satoshi Variable"/>
              </a:defRPr>
            </a:lvl1pPr>
            <a:lvl2pPr algn="l">
              <a:defRPr sz="2550" b="0">
                <a:solidFill>
                  <a:srgbClr val="B7BCC1"/>
                </a:solidFill>
                <a:latin typeface="Satoshi Variable"/>
                <a:ea typeface="Satoshi Variable"/>
                <a:cs typeface="Satoshi Variable"/>
              </a:defRPr>
            </a:lvl2pPr>
            <a:lvl3pPr algn="l">
              <a:defRPr sz="2550" b="0">
                <a:solidFill>
                  <a:srgbClr val="B7BCC1"/>
                </a:solidFill>
                <a:latin typeface="Satoshi Variable"/>
                <a:ea typeface="Satoshi Variable"/>
                <a:cs typeface="Satoshi Variable"/>
              </a:defRPr>
            </a:lvl3pPr>
            <a:lvl4pPr algn="l">
              <a:defRPr sz="2550" b="0">
                <a:solidFill>
                  <a:srgbClr val="B7BCC1"/>
                </a:solidFill>
                <a:latin typeface="Satoshi Variable"/>
                <a:ea typeface="Satoshi Variable"/>
                <a:cs typeface="Satoshi Variable"/>
              </a:defRPr>
            </a:lvl4pPr>
            <a:lvl5pPr algn="l">
              <a:defRPr sz="2550" b="0">
                <a:solidFill>
                  <a:srgbClr val="B7BCC1"/>
                </a:solidFill>
                <a:latin typeface="Satoshi Variable"/>
                <a:ea typeface="Satoshi Variable"/>
                <a:cs typeface="Satoshi Variable"/>
              </a:defRPr>
            </a:lvl5pPr>
            <a:lvl6pPr algn="l">
              <a:defRPr sz="2550" b="0">
                <a:solidFill>
                  <a:srgbClr val="B7BCC1"/>
                </a:solidFill>
                <a:latin typeface="Satoshi Variable"/>
                <a:ea typeface="Satoshi Variable"/>
                <a:cs typeface="Satoshi Variable"/>
              </a:defRPr>
            </a:lvl6pPr>
            <a:lvl7pPr algn="l">
              <a:defRPr sz="2550" b="0">
                <a:solidFill>
                  <a:srgbClr val="B7BCC1"/>
                </a:solidFill>
                <a:latin typeface="Satoshi Variable"/>
                <a:ea typeface="Satoshi Variable"/>
                <a:cs typeface="Satoshi Variable"/>
              </a:defRPr>
            </a:lvl7pPr>
            <a:lvl8pPr algn="l">
              <a:defRPr sz="2550" b="0">
                <a:solidFill>
                  <a:srgbClr val="B7BCC1"/>
                </a:solidFill>
                <a:latin typeface="Satoshi Variable"/>
                <a:ea typeface="Satoshi Variable"/>
                <a:cs typeface="Satoshi Variable"/>
              </a:defRPr>
            </a:lvl8pPr>
            <a:lvl9pPr algn="l">
              <a:defRPr sz="2550" b="0">
                <a:solidFill>
                  <a:srgbClr val="B7BCC1"/>
                </a:solidFill>
                <a:latin typeface="Satoshi Variable"/>
                <a:ea typeface="Satoshi Variable"/>
                <a:cs typeface="Satoshi Variable"/>
              </a:defRPr>
            </a:lvl9pPr>
          </a:lstStyle>
          <a:p xmlns:a="http://schemas.openxmlformats.org/drawingml/2006/main">
            <a:pPr algn="l">
              <a:defRPr sz="2550" b="0">
                <a:solidFill>
                  <a:srgbClr val="B7BCC1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550" b="0">
                <a:solidFill>
                  <a:srgbClr val="B7BCC1"/>
                </a:solidFill>
                <a:latin typeface="Satoshi Variable"/>
                <a:ea typeface="Satoshi Variable"/>
                <a:cs typeface="Satoshi Variable"/>
              </a:rPr>
              <a:t>Building confidence in React Native with AI</a:t>
            </a:r>
          </a:p>
        </p:txBody>
      </p:sp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3AE938C-C295-4964-AE09-128F97DF4375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e4d9e89d5574e43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09625" y="5143500"/>
            <a:ext cx="685800" cy="685800"/>
          </a:xfrm>
          <a:prstGeom xmlns:a="http://schemas.openxmlformats.org/drawingml/2006/main" prst="ellipse">
            <a:avLst/>
          </a:prstGeom>
        </p:spPr>
      </p:pic>
      <p:sp>
        <p:nvSpPr>
          <p:cNvPr id="5" name="Speaker">
            <a:extLst xmlns:a="http://schemas.openxmlformats.org/drawingml/2006/main">
              <a:ext uri="{FF2B5EF4-FFF2-40B4-BE49-F238E27FC236}">
                <a16:creationId xmlns:a16="http://schemas.microsoft.com/office/drawing/2014/main" id="{26062FF3-4F44-4498-96DF-BAD7375D0A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5143500"/>
            <a:ext cx="9525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2400" b="1">
                <a:solidFill>
                  <a:srgbClr val="F6F4EE"/>
                </a:solidFill>
                <a:latin typeface="Satoshi Variable"/>
                <a:ea typeface="Satoshi Variable"/>
                <a:cs typeface="Satoshi Variable"/>
              </a:defRPr>
            </a:defPPr>
            <a:lvl1pPr algn="l">
              <a:defRPr sz="2400" b="1">
                <a:solidFill>
                  <a:srgbClr val="F6F4EE"/>
                </a:solidFill>
                <a:latin typeface="Satoshi Variable"/>
                <a:ea typeface="Satoshi Variable"/>
                <a:cs typeface="Satoshi Variable"/>
              </a:defRPr>
            </a:lvl1pPr>
            <a:lvl2pPr algn="l">
              <a:defRPr sz="2400" b="1">
                <a:solidFill>
                  <a:srgbClr val="F6F4EE"/>
                </a:solidFill>
                <a:latin typeface="Satoshi Variable"/>
                <a:ea typeface="Satoshi Variable"/>
                <a:cs typeface="Satoshi Variable"/>
              </a:defRPr>
            </a:lvl2pPr>
            <a:lvl3pPr algn="l">
              <a:defRPr sz="2400" b="1">
                <a:solidFill>
                  <a:srgbClr val="F6F4EE"/>
                </a:solidFill>
                <a:latin typeface="Satoshi Variable"/>
                <a:ea typeface="Satoshi Variable"/>
                <a:cs typeface="Satoshi Variable"/>
              </a:defRPr>
            </a:lvl3pPr>
            <a:lvl4pPr algn="l">
              <a:defRPr sz="2400" b="1">
                <a:solidFill>
                  <a:srgbClr val="F6F4EE"/>
                </a:solidFill>
                <a:latin typeface="Satoshi Variable"/>
                <a:ea typeface="Satoshi Variable"/>
                <a:cs typeface="Satoshi Variable"/>
              </a:defRPr>
            </a:lvl4pPr>
            <a:lvl5pPr algn="l">
              <a:defRPr sz="2400" b="1">
                <a:solidFill>
                  <a:srgbClr val="F6F4EE"/>
                </a:solidFill>
                <a:latin typeface="Satoshi Variable"/>
                <a:ea typeface="Satoshi Variable"/>
                <a:cs typeface="Satoshi Variable"/>
              </a:defRPr>
            </a:lvl5pPr>
            <a:lvl6pPr algn="l">
              <a:defRPr sz="2400" b="1">
                <a:solidFill>
                  <a:srgbClr val="F6F4EE"/>
                </a:solidFill>
                <a:latin typeface="Satoshi Variable"/>
                <a:ea typeface="Satoshi Variable"/>
                <a:cs typeface="Satoshi Variable"/>
              </a:defRPr>
            </a:lvl6pPr>
            <a:lvl7pPr algn="l">
              <a:defRPr sz="2400" b="1">
                <a:solidFill>
                  <a:srgbClr val="F6F4EE"/>
                </a:solidFill>
                <a:latin typeface="Satoshi Variable"/>
                <a:ea typeface="Satoshi Variable"/>
                <a:cs typeface="Satoshi Variable"/>
              </a:defRPr>
            </a:lvl7pPr>
            <a:lvl8pPr algn="l">
              <a:defRPr sz="2400" b="1">
                <a:solidFill>
                  <a:srgbClr val="F6F4EE"/>
                </a:solidFill>
                <a:latin typeface="Satoshi Variable"/>
                <a:ea typeface="Satoshi Variable"/>
                <a:cs typeface="Satoshi Variable"/>
              </a:defRPr>
            </a:lvl8pPr>
            <a:lvl9pPr algn="l">
              <a:defRPr sz="2400" b="1">
                <a:solidFill>
                  <a:srgbClr val="F6F4EE"/>
                </a:solidFill>
                <a:latin typeface="Satoshi Variable"/>
                <a:ea typeface="Satoshi Variable"/>
                <a:cs typeface="Satoshi Variable"/>
              </a:defRPr>
            </a:lvl9pPr>
          </a:lstStyle>
          <a:p xmlns:a="http://schemas.openxmlformats.org/drawingml/2006/main">
            <a:pPr algn="l">
              <a:defRPr sz="2400" b="1">
                <a:solidFill>
                  <a:srgbClr val="F6F4EE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400" b="1">
                <a:solidFill>
                  <a:srgbClr val="F6F4EE"/>
                </a:solidFill>
                <a:latin typeface="Satoshi Variable"/>
                <a:ea typeface="Satoshi Variable"/>
                <a:cs typeface="Satoshi Variable"/>
              </a:rPr>
              <a:t>John Adib · MrAdib.com</a:t>
            </a:r>
          </a:p>
        </p:txBody>
      </p:sp>
      <p:sp>
        <p:nvSpPr>
          <p:cNvPr id="6" name="text">
            <a:extLst xmlns:a="http://schemas.openxmlformats.org/drawingml/2006/main">
              <a:ext uri="{FF2B5EF4-FFF2-40B4-BE49-F238E27FC236}">
                <a16:creationId xmlns:a16="http://schemas.microsoft.com/office/drawing/2014/main" id="{275DF2B9-4024-4C5F-832E-03254F33C8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5562600"/>
            <a:ext cx="9525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1950" b="0">
                <a:solidFill>
                  <a:srgbClr val="B7BCC1"/>
                </a:solidFill>
                <a:latin typeface="Satoshi Variable"/>
                <a:ea typeface="Satoshi Variable"/>
                <a:cs typeface="Satoshi Variable"/>
              </a:defRPr>
            </a:defPPr>
            <a:lvl1pPr algn="l">
              <a:defRPr sz="1950" b="0">
                <a:solidFill>
                  <a:srgbClr val="B7BCC1"/>
                </a:solidFill>
                <a:latin typeface="Satoshi Variable"/>
                <a:ea typeface="Satoshi Variable"/>
                <a:cs typeface="Satoshi Variable"/>
              </a:defRPr>
            </a:lvl1pPr>
            <a:lvl2pPr algn="l">
              <a:defRPr sz="1950" b="0">
                <a:solidFill>
                  <a:srgbClr val="B7BCC1"/>
                </a:solidFill>
                <a:latin typeface="Satoshi Variable"/>
                <a:ea typeface="Satoshi Variable"/>
                <a:cs typeface="Satoshi Variable"/>
              </a:defRPr>
            </a:lvl2pPr>
            <a:lvl3pPr algn="l">
              <a:defRPr sz="1950" b="0">
                <a:solidFill>
                  <a:srgbClr val="B7BCC1"/>
                </a:solidFill>
                <a:latin typeface="Satoshi Variable"/>
                <a:ea typeface="Satoshi Variable"/>
                <a:cs typeface="Satoshi Variable"/>
              </a:defRPr>
            </a:lvl3pPr>
            <a:lvl4pPr algn="l">
              <a:defRPr sz="1950" b="0">
                <a:solidFill>
                  <a:srgbClr val="B7BCC1"/>
                </a:solidFill>
                <a:latin typeface="Satoshi Variable"/>
                <a:ea typeface="Satoshi Variable"/>
                <a:cs typeface="Satoshi Variable"/>
              </a:defRPr>
            </a:lvl4pPr>
            <a:lvl5pPr algn="l">
              <a:defRPr sz="1950" b="0">
                <a:solidFill>
                  <a:srgbClr val="B7BCC1"/>
                </a:solidFill>
                <a:latin typeface="Satoshi Variable"/>
                <a:ea typeface="Satoshi Variable"/>
                <a:cs typeface="Satoshi Variable"/>
              </a:defRPr>
            </a:lvl5pPr>
            <a:lvl6pPr algn="l">
              <a:defRPr sz="1950" b="0">
                <a:solidFill>
                  <a:srgbClr val="B7BCC1"/>
                </a:solidFill>
                <a:latin typeface="Satoshi Variable"/>
                <a:ea typeface="Satoshi Variable"/>
                <a:cs typeface="Satoshi Variable"/>
              </a:defRPr>
            </a:lvl6pPr>
            <a:lvl7pPr algn="l">
              <a:defRPr sz="1950" b="0">
                <a:solidFill>
                  <a:srgbClr val="B7BCC1"/>
                </a:solidFill>
                <a:latin typeface="Satoshi Variable"/>
                <a:ea typeface="Satoshi Variable"/>
                <a:cs typeface="Satoshi Variable"/>
              </a:defRPr>
            </a:lvl7pPr>
            <a:lvl8pPr algn="l">
              <a:defRPr sz="1950" b="0">
                <a:solidFill>
                  <a:srgbClr val="B7BCC1"/>
                </a:solidFill>
                <a:latin typeface="Satoshi Variable"/>
                <a:ea typeface="Satoshi Variable"/>
                <a:cs typeface="Satoshi Variable"/>
              </a:defRPr>
            </a:lvl8pPr>
            <a:lvl9pPr algn="l">
              <a:defRPr sz="1950" b="0">
                <a:solidFill>
                  <a:srgbClr val="B7BCC1"/>
                </a:solidFill>
                <a:latin typeface="Satoshi Variable"/>
                <a:ea typeface="Satoshi Variable"/>
                <a:cs typeface="Satoshi Variable"/>
              </a:defRPr>
            </a:lvl9pPr>
          </a:lstStyle>
          <a:p xmlns:a="http://schemas.openxmlformats.org/drawingml/2006/main">
            <a:pPr algn="l">
              <a:defRPr sz="1950" b="0">
                <a:solidFill>
                  <a:srgbClr val="B7BCC1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950" b="0">
                <a:solidFill>
                  <a:srgbClr val="B7BCC1"/>
                </a:solidFill>
                <a:latin typeface="Satoshi Variable"/>
                <a:ea typeface="Satoshi Variable"/>
                <a:cs typeface="Satoshi Variable"/>
              </a:rPr>
              <a:t>Engineering Manager at Zapp</a:t>
            </a:r>
          </a:p>
        </p:txBody>
      </p:sp>
      <p:sp>
        <p:nvSpPr>
          <p:cNvPr id="7" name="text">
            <a:extLst xmlns:a="http://schemas.openxmlformats.org/drawingml/2006/main">
              <a:ext uri="{FF2B5EF4-FFF2-40B4-BE49-F238E27FC236}">
                <a16:creationId xmlns:a16="http://schemas.microsoft.com/office/drawing/2014/main" id="{6EFF79A5-C6A4-4898-B3BA-E283CF106E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6038850"/>
            <a:ext cx="105727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1650" b="0">
                <a:solidFill>
                  <a:srgbClr val="B7BCC1"/>
                </a:solidFill>
                <a:latin typeface="Satoshi Variable"/>
                <a:ea typeface="Satoshi Variable"/>
                <a:cs typeface="Satoshi Variable"/>
              </a:defRPr>
            </a:defPPr>
            <a:lvl1pPr algn="l">
              <a:defRPr sz="1650" b="0">
                <a:solidFill>
                  <a:srgbClr val="B7BCC1"/>
                </a:solidFill>
                <a:latin typeface="Satoshi Variable"/>
                <a:ea typeface="Satoshi Variable"/>
                <a:cs typeface="Satoshi Variable"/>
              </a:defRPr>
            </a:lvl1pPr>
            <a:lvl2pPr algn="l">
              <a:defRPr sz="1650" b="0">
                <a:solidFill>
                  <a:srgbClr val="B7BCC1"/>
                </a:solidFill>
                <a:latin typeface="Satoshi Variable"/>
                <a:ea typeface="Satoshi Variable"/>
                <a:cs typeface="Satoshi Variable"/>
              </a:defRPr>
            </a:lvl2pPr>
            <a:lvl3pPr algn="l">
              <a:defRPr sz="1650" b="0">
                <a:solidFill>
                  <a:srgbClr val="B7BCC1"/>
                </a:solidFill>
                <a:latin typeface="Satoshi Variable"/>
                <a:ea typeface="Satoshi Variable"/>
                <a:cs typeface="Satoshi Variable"/>
              </a:defRPr>
            </a:lvl3pPr>
            <a:lvl4pPr algn="l">
              <a:defRPr sz="1650" b="0">
                <a:solidFill>
                  <a:srgbClr val="B7BCC1"/>
                </a:solidFill>
                <a:latin typeface="Satoshi Variable"/>
                <a:ea typeface="Satoshi Variable"/>
                <a:cs typeface="Satoshi Variable"/>
              </a:defRPr>
            </a:lvl4pPr>
            <a:lvl5pPr algn="l">
              <a:defRPr sz="1650" b="0">
                <a:solidFill>
                  <a:srgbClr val="B7BCC1"/>
                </a:solidFill>
                <a:latin typeface="Satoshi Variable"/>
                <a:ea typeface="Satoshi Variable"/>
                <a:cs typeface="Satoshi Variable"/>
              </a:defRPr>
            </a:lvl5pPr>
            <a:lvl6pPr algn="l">
              <a:defRPr sz="1650" b="0">
                <a:solidFill>
                  <a:srgbClr val="B7BCC1"/>
                </a:solidFill>
                <a:latin typeface="Satoshi Variable"/>
                <a:ea typeface="Satoshi Variable"/>
                <a:cs typeface="Satoshi Variable"/>
              </a:defRPr>
            </a:lvl6pPr>
            <a:lvl7pPr algn="l">
              <a:defRPr sz="1650" b="0">
                <a:solidFill>
                  <a:srgbClr val="B7BCC1"/>
                </a:solidFill>
                <a:latin typeface="Satoshi Variable"/>
                <a:ea typeface="Satoshi Variable"/>
                <a:cs typeface="Satoshi Variable"/>
              </a:defRPr>
            </a:lvl7pPr>
            <a:lvl8pPr algn="l">
              <a:defRPr sz="1650" b="0">
                <a:solidFill>
                  <a:srgbClr val="B7BCC1"/>
                </a:solidFill>
                <a:latin typeface="Satoshi Variable"/>
                <a:ea typeface="Satoshi Variable"/>
                <a:cs typeface="Satoshi Variable"/>
              </a:defRPr>
            </a:lvl8pPr>
            <a:lvl9pPr algn="l">
              <a:defRPr sz="1650" b="0">
                <a:solidFill>
                  <a:srgbClr val="B7BCC1"/>
                </a:solidFill>
                <a:latin typeface="Satoshi Variable"/>
                <a:ea typeface="Satoshi Variable"/>
                <a:cs typeface="Satoshi Variable"/>
              </a:defRPr>
            </a:lvl9pPr>
          </a:lstStyle>
          <a:p xmlns:a="http://schemas.openxmlformats.org/drawingml/2006/main">
            <a:pPr algn="l">
              <a:defRPr sz="1650" b="0">
                <a:solidFill>
                  <a:srgbClr val="B7BCC1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650" b="0">
                <a:solidFill>
                  <a:srgbClr val="B7BCC1"/>
                </a:solidFill>
                <a:latin typeface="Satoshi Variable"/>
                <a:ea typeface="Satoshi Variable"/>
                <a:cs typeface="Satoshi Variable"/>
              </a:rPr>
              <a:t>React Native London Meetup · Thursday 22 October 2026</a:t>
            </a:r>
          </a:p>
          <a:p xmlns:a="http://schemas.openxmlformats.org/drawingml/2006/main">
            <a:pPr algn="l">
              <a:defRPr sz="1650" b="0">
                <a:solidFill>
                  <a:srgbClr val="B7BCC1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650" b="0">
                <a:solidFill>
                  <a:srgbClr val="B7BCC1"/>
                </a:solidFill>
                <a:latin typeface="Satoshi Variable"/>
                <a:ea typeface="Satoshi Variable"/>
                <a:cs typeface="Satoshi Variable"/>
              </a:rPr>
              <a:t>Funding Circle · 71 Queen Victoria Street, London</a:t>
            </a:r>
          </a:p>
        </p:txBody>
      </p:sp>
    </p:spTree>
    <p:extLst>
      <p:ext uri="{BB962C8B-B14F-4D97-AF65-F5344CB8AC3E}">
        <p14:creationId xmlns:p14="http://schemas.microsoft.com/office/powerpoint/2010/main" val="1138496279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11131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AA3E5D3E-558C-4188-9E69-6163F78104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24000"/>
            <a:ext cx="10572750" cy="2686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6900" b="0">
                <a:solidFill>
                  <a:srgbClr val="F6F4EE"/>
                </a:solidFill>
                <a:latin typeface="Newsreader"/>
                <a:ea typeface="Newsreader"/>
                <a:cs typeface="Newsreader"/>
              </a:defRPr>
            </a:defPPr>
            <a:lvl1pPr algn="l">
              <a:defRPr sz="6900" b="0">
                <a:solidFill>
                  <a:srgbClr val="F6F4EE"/>
                </a:solidFill>
                <a:latin typeface="Newsreader"/>
                <a:ea typeface="Newsreader"/>
                <a:cs typeface="Newsreader"/>
              </a:defRPr>
            </a:lvl1pPr>
            <a:lvl2pPr algn="l">
              <a:defRPr sz="6900" b="0">
                <a:solidFill>
                  <a:srgbClr val="F6F4EE"/>
                </a:solidFill>
                <a:latin typeface="Newsreader"/>
                <a:ea typeface="Newsreader"/>
                <a:cs typeface="Newsreader"/>
              </a:defRPr>
            </a:lvl2pPr>
            <a:lvl3pPr algn="l">
              <a:defRPr sz="6900" b="0">
                <a:solidFill>
                  <a:srgbClr val="F6F4EE"/>
                </a:solidFill>
                <a:latin typeface="Newsreader"/>
                <a:ea typeface="Newsreader"/>
                <a:cs typeface="Newsreader"/>
              </a:defRPr>
            </a:lvl3pPr>
            <a:lvl4pPr algn="l">
              <a:defRPr sz="6900" b="0">
                <a:solidFill>
                  <a:srgbClr val="F6F4EE"/>
                </a:solidFill>
                <a:latin typeface="Newsreader"/>
                <a:ea typeface="Newsreader"/>
                <a:cs typeface="Newsreader"/>
              </a:defRPr>
            </a:lvl4pPr>
            <a:lvl5pPr algn="l">
              <a:defRPr sz="6900" b="0">
                <a:solidFill>
                  <a:srgbClr val="F6F4EE"/>
                </a:solidFill>
                <a:latin typeface="Newsreader"/>
                <a:ea typeface="Newsreader"/>
                <a:cs typeface="Newsreader"/>
              </a:defRPr>
            </a:lvl5pPr>
            <a:lvl6pPr algn="l">
              <a:defRPr sz="6900" b="0">
                <a:solidFill>
                  <a:srgbClr val="F6F4EE"/>
                </a:solidFill>
                <a:latin typeface="Newsreader"/>
                <a:ea typeface="Newsreader"/>
                <a:cs typeface="Newsreader"/>
              </a:defRPr>
            </a:lvl6pPr>
            <a:lvl7pPr algn="l">
              <a:defRPr sz="6900" b="0">
                <a:solidFill>
                  <a:srgbClr val="F6F4EE"/>
                </a:solidFill>
                <a:latin typeface="Newsreader"/>
                <a:ea typeface="Newsreader"/>
                <a:cs typeface="Newsreader"/>
              </a:defRPr>
            </a:lvl7pPr>
            <a:lvl8pPr algn="l">
              <a:defRPr sz="6900" b="0">
                <a:solidFill>
                  <a:srgbClr val="F6F4EE"/>
                </a:solidFill>
                <a:latin typeface="Newsreader"/>
                <a:ea typeface="Newsreader"/>
                <a:cs typeface="Newsreader"/>
              </a:defRPr>
            </a:lvl8pPr>
            <a:lvl9pPr algn="l">
              <a:defRPr sz="6900" b="0">
                <a:solidFill>
                  <a:srgbClr val="F6F4EE"/>
                </a:solidFill>
                <a:latin typeface="Newsreader"/>
                <a:ea typeface="Newsreader"/>
                <a:cs typeface="Newsreader"/>
              </a:defRPr>
            </a:lvl9pPr>
          </a:lstStyle>
          <a:p xmlns:a="http://schemas.openxmlformats.org/drawingml/2006/main">
            <a:pPr algn="l">
              <a:defRPr sz="6900" b="0">
                <a:solidFill>
                  <a:srgbClr val="F6F4EE"/>
                </a:solidFill>
                <a:latin typeface="Newsreader"/>
                <a:ea typeface="Newsreader"/>
                <a:cs typeface="Newsreader"/>
              </a:defRPr>
            </a:pPr>
            <a:r>
              <a:rPr sz="6900" b="0">
                <a:solidFill>
                  <a:srgbClr val="F6F4EE"/>
                </a:solidFill>
                <a:latin typeface="Newsreader"/>
                <a:ea typeface="Newsreader"/>
                <a:cs typeface="Newsreader"/>
              </a:rPr>
              <a:t>Regressions.</a:t>
            </a:r>
          </a:p>
          <a:p xmlns:a="http://schemas.openxmlformats.org/drawingml/2006/main">
            <a:pPr algn="l">
              <a:defRPr sz="6900" b="0">
                <a:solidFill>
                  <a:srgbClr val="F6F4EE"/>
                </a:solidFill>
                <a:latin typeface="Newsreader"/>
                <a:ea typeface="Newsreader"/>
                <a:cs typeface="Newsreader"/>
              </a:defRPr>
            </a:pPr>
            <a:r>
              <a:rPr sz="6900" b="0">
                <a:solidFill>
                  <a:srgbClr val="F6F4EE"/>
                </a:solidFill>
                <a:latin typeface="Newsreader"/>
                <a:ea typeface="Newsreader"/>
                <a:cs typeface="Newsreader"/>
              </a:rPr>
              <a:t>Every release.</a:t>
            </a:r>
          </a:p>
        </p:txBody>
      </p:sp>
      <p:sp>
        <p:nvSpPr>
          <p:cNvPr id="2" name="text">
            <a:extLst xmlns:a="http://schemas.openxmlformats.org/drawingml/2006/main">
              <a:ext uri="{FF2B5EF4-FFF2-40B4-BE49-F238E27FC236}">
                <a16:creationId xmlns:a16="http://schemas.microsoft.com/office/drawing/2014/main" id="{910ECFCF-DF22-468A-A003-A25CF7493E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4667250"/>
            <a:ext cx="10191750" cy="866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2475" b="0">
                <a:solidFill>
                  <a:srgbClr val="B7BCC1"/>
                </a:solidFill>
                <a:latin typeface="Satoshi Variable"/>
                <a:ea typeface="Satoshi Variable"/>
                <a:cs typeface="Satoshi Variable"/>
              </a:defRPr>
            </a:defPPr>
            <a:lvl1pPr algn="l">
              <a:defRPr sz="2475" b="0">
                <a:solidFill>
                  <a:srgbClr val="B7BCC1"/>
                </a:solidFill>
                <a:latin typeface="Satoshi Variable"/>
                <a:ea typeface="Satoshi Variable"/>
                <a:cs typeface="Satoshi Variable"/>
              </a:defRPr>
            </a:lvl1pPr>
            <a:lvl2pPr algn="l">
              <a:defRPr sz="2475" b="0">
                <a:solidFill>
                  <a:srgbClr val="B7BCC1"/>
                </a:solidFill>
                <a:latin typeface="Satoshi Variable"/>
                <a:ea typeface="Satoshi Variable"/>
                <a:cs typeface="Satoshi Variable"/>
              </a:defRPr>
            </a:lvl2pPr>
            <a:lvl3pPr algn="l">
              <a:defRPr sz="2475" b="0">
                <a:solidFill>
                  <a:srgbClr val="B7BCC1"/>
                </a:solidFill>
                <a:latin typeface="Satoshi Variable"/>
                <a:ea typeface="Satoshi Variable"/>
                <a:cs typeface="Satoshi Variable"/>
              </a:defRPr>
            </a:lvl3pPr>
            <a:lvl4pPr algn="l">
              <a:defRPr sz="2475" b="0">
                <a:solidFill>
                  <a:srgbClr val="B7BCC1"/>
                </a:solidFill>
                <a:latin typeface="Satoshi Variable"/>
                <a:ea typeface="Satoshi Variable"/>
                <a:cs typeface="Satoshi Variable"/>
              </a:defRPr>
            </a:lvl4pPr>
            <a:lvl5pPr algn="l">
              <a:defRPr sz="2475" b="0">
                <a:solidFill>
                  <a:srgbClr val="B7BCC1"/>
                </a:solidFill>
                <a:latin typeface="Satoshi Variable"/>
                <a:ea typeface="Satoshi Variable"/>
                <a:cs typeface="Satoshi Variable"/>
              </a:defRPr>
            </a:lvl5pPr>
            <a:lvl6pPr algn="l">
              <a:defRPr sz="2475" b="0">
                <a:solidFill>
                  <a:srgbClr val="B7BCC1"/>
                </a:solidFill>
                <a:latin typeface="Satoshi Variable"/>
                <a:ea typeface="Satoshi Variable"/>
                <a:cs typeface="Satoshi Variable"/>
              </a:defRPr>
            </a:lvl6pPr>
            <a:lvl7pPr algn="l">
              <a:defRPr sz="2475" b="0">
                <a:solidFill>
                  <a:srgbClr val="B7BCC1"/>
                </a:solidFill>
                <a:latin typeface="Satoshi Variable"/>
                <a:ea typeface="Satoshi Variable"/>
                <a:cs typeface="Satoshi Variable"/>
              </a:defRPr>
            </a:lvl7pPr>
            <a:lvl8pPr algn="l">
              <a:defRPr sz="2475" b="0">
                <a:solidFill>
                  <a:srgbClr val="B7BCC1"/>
                </a:solidFill>
                <a:latin typeface="Satoshi Variable"/>
                <a:ea typeface="Satoshi Variable"/>
                <a:cs typeface="Satoshi Variable"/>
              </a:defRPr>
            </a:lvl8pPr>
            <a:lvl9pPr algn="l">
              <a:defRPr sz="2475" b="0">
                <a:solidFill>
                  <a:srgbClr val="B7BCC1"/>
                </a:solidFill>
                <a:latin typeface="Satoshi Variable"/>
                <a:ea typeface="Satoshi Variable"/>
                <a:cs typeface="Satoshi Variable"/>
              </a:defRPr>
            </a:lvl9pPr>
          </a:lstStyle>
          <a:p xmlns:a="http://schemas.openxmlformats.org/drawingml/2006/main">
            <a:pPr algn="l">
              <a:defRPr sz="2475" b="0">
                <a:solidFill>
                  <a:srgbClr val="B7BCC1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475" b="0">
                <a:solidFill>
                  <a:srgbClr val="B7BCC1"/>
                </a:solidFill>
                <a:latin typeface="Satoshi Variable"/>
                <a:ea typeface="Satoshi Variable"/>
                <a:cs typeface="Satoshi Variable"/>
              </a:rPr>
              <a:t>We kept returning to behaviour we had already checked.</a:t>
            </a:r>
          </a:p>
        </p:txBody>
      </p:sp>
      <p:sp>
        <p:nvSpPr>
          <p:cNvPr id="3" name="Slide number">
            <a:extLst xmlns:a="http://schemas.openxmlformats.org/drawingml/2006/main">
              <a:ext uri="{FF2B5EF4-FFF2-40B4-BE49-F238E27FC236}">
                <a16:creationId xmlns:a16="http://schemas.microsoft.com/office/drawing/2014/main" id="{42C45B2B-E69F-4D79-A1BB-79280459BD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48425"/>
            <a:ext cx="523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1425" b="0">
                <a:solidFill>
                  <a:srgbClr val="B7BCC1"/>
                </a:solidFill>
                <a:latin typeface="Satoshi Variable"/>
                <a:ea typeface="Satoshi Variable"/>
                <a:cs typeface="Satoshi Variable"/>
              </a:defRPr>
            </a:defPPr>
            <a:lvl1pPr algn="l">
              <a:defRPr sz="1425" b="0">
                <a:solidFill>
                  <a:srgbClr val="B7BCC1"/>
                </a:solidFill>
                <a:latin typeface="Satoshi Variable"/>
                <a:ea typeface="Satoshi Variable"/>
                <a:cs typeface="Satoshi Variable"/>
              </a:defRPr>
            </a:lvl1pPr>
            <a:lvl2pPr algn="l">
              <a:defRPr sz="1425" b="0">
                <a:solidFill>
                  <a:srgbClr val="B7BCC1"/>
                </a:solidFill>
                <a:latin typeface="Satoshi Variable"/>
                <a:ea typeface="Satoshi Variable"/>
                <a:cs typeface="Satoshi Variable"/>
              </a:defRPr>
            </a:lvl2pPr>
            <a:lvl3pPr algn="l">
              <a:defRPr sz="1425" b="0">
                <a:solidFill>
                  <a:srgbClr val="B7BCC1"/>
                </a:solidFill>
                <a:latin typeface="Satoshi Variable"/>
                <a:ea typeface="Satoshi Variable"/>
                <a:cs typeface="Satoshi Variable"/>
              </a:defRPr>
            </a:lvl3pPr>
            <a:lvl4pPr algn="l">
              <a:defRPr sz="1425" b="0">
                <a:solidFill>
                  <a:srgbClr val="B7BCC1"/>
                </a:solidFill>
                <a:latin typeface="Satoshi Variable"/>
                <a:ea typeface="Satoshi Variable"/>
                <a:cs typeface="Satoshi Variable"/>
              </a:defRPr>
            </a:lvl4pPr>
            <a:lvl5pPr algn="l">
              <a:defRPr sz="1425" b="0">
                <a:solidFill>
                  <a:srgbClr val="B7BCC1"/>
                </a:solidFill>
                <a:latin typeface="Satoshi Variable"/>
                <a:ea typeface="Satoshi Variable"/>
                <a:cs typeface="Satoshi Variable"/>
              </a:defRPr>
            </a:lvl5pPr>
            <a:lvl6pPr algn="l">
              <a:defRPr sz="1425" b="0">
                <a:solidFill>
                  <a:srgbClr val="B7BCC1"/>
                </a:solidFill>
                <a:latin typeface="Satoshi Variable"/>
                <a:ea typeface="Satoshi Variable"/>
                <a:cs typeface="Satoshi Variable"/>
              </a:defRPr>
            </a:lvl6pPr>
            <a:lvl7pPr algn="l">
              <a:defRPr sz="1425" b="0">
                <a:solidFill>
                  <a:srgbClr val="B7BCC1"/>
                </a:solidFill>
                <a:latin typeface="Satoshi Variable"/>
                <a:ea typeface="Satoshi Variable"/>
                <a:cs typeface="Satoshi Variable"/>
              </a:defRPr>
            </a:lvl7pPr>
            <a:lvl8pPr algn="l">
              <a:defRPr sz="1425" b="0">
                <a:solidFill>
                  <a:srgbClr val="B7BCC1"/>
                </a:solidFill>
                <a:latin typeface="Satoshi Variable"/>
                <a:ea typeface="Satoshi Variable"/>
                <a:cs typeface="Satoshi Variable"/>
              </a:defRPr>
            </a:lvl8pPr>
            <a:lvl9pPr algn="l">
              <a:defRPr sz="1425" b="0">
                <a:solidFill>
                  <a:srgbClr val="B7BCC1"/>
                </a:solidFill>
                <a:latin typeface="Satoshi Variable"/>
                <a:ea typeface="Satoshi Variable"/>
                <a:cs typeface="Satoshi Variable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B7BCC1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425" b="0">
                <a:solidFill>
                  <a:srgbClr val="B7BCC1"/>
                </a:solidFill>
                <a:latin typeface="Satoshi Variable"/>
                <a:ea typeface="Satoshi Variable"/>
                <a:cs typeface="Satoshi Variable"/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1399634714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11131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5830500E-8010-4356-AE63-CF6E49C851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24000"/>
            <a:ext cx="10572750" cy="2686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6900" b="0">
                <a:solidFill>
                  <a:srgbClr val="F6F4EE"/>
                </a:solidFill>
                <a:latin typeface="Newsreader"/>
                <a:ea typeface="Newsreader"/>
                <a:cs typeface="Newsreader"/>
              </a:defRPr>
            </a:defPPr>
            <a:lvl1pPr algn="l">
              <a:defRPr sz="6900" b="0">
                <a:solidFill>
                  <a:srgbClr val="F6F4EE"/>
                </a:solidFill>
                <a:latin typeface="Newsreader"/>
                <a:ea typeface="Newsreader"/>
                <a:cs typeface="Newsreader"/>
              </a:defRPr>
            </a:lvl1pPr>
            <a:lvl2pPr algn="l">
              <a:defRPr sz="6900" b="0">
                <a:solidFill>
                  <a:srgbClr val="F6F4EE"/>
                </a:solidFill>
                <a:latin typeface="Newsreader"/>
                <a:ea typeface="Newsreader"/>
                <a:cs typeface="Newsreader"/>
              </a:defRPr>
            </a:lvl2pPr>
            <a:lvl3pPr algn="l">
              <a:defRPr sz="6900" b="0">
                <a:solidFill>
                  <a:srgbClr val="F6F4EE"/>
                </a:solidFill>
                <a:latin typeface="Newsreader"/>
                <a:ea typeface="Newsreader"/>
                <a:cs typeface="Newsreader"/>
              </a:defRPr>
            </a:lvl3pPr>
            <a:lvl4pPr algn="l">
              <a:defRPr sz="6900" b="0">
                <a:solidFill>
                  <a:srgbClr val="F6F4EE"/>
                </a:solidFill>
                <a:latin typeface="Newsreader"/>
                <a:ea typeface="Newsreader"/>
                <a:cs typeface="Newsreader"/>
              </a:defRPr>
            </a:lvl4pPr>
            <a:lvl5pPr algn="l">
              <a:defRPr sz="6900" b="0">
                <a:solidFill>
                  <a:srgbClr val="F6F4EE"/>
                </a:solidFill>
                <a:latin typeface="Newsreader"/>
                <a:ea typeface="Newsreader"/>
                <a:cs typeface="Newsreader"/>
              </a:defRPr>
            </a:lvl5pPr>
            <a:lvl6pPr algn="l">
              <a:defRPr sz="6900" b="0">
                <a:solidFill>
                  <a:srgbClr val="F6F4EE"/>
                </a:solidFill>
                <a:latin typeface="Newsreader"/>
                <a:ea typeface="Newsreader"/>
                <a:cs typeface="Newsreader"/>
              </a:defRPr>
            </a:lvl6pPr>
            <a:lvl7pPr algn="l">
              <a:defRPr sz="6900" b="0">
                <a:solidFill>
                  <a:srgbClr val="F6F4EE"/>
                </a:solidFill>
                <a:latin typeface="Newsreader"/>
                <a:ea typeface="Newsreader"/>
                <a:cs typeface="Newsreader"/>
              </a:defRPr>
            </a:lvl7pPr>
            <a:lvl8pPr algn="l">
              <a:defRPr sz="6900" b="0">
                <a:solidFill>
                  <a:srgbClr val="F6F4EE"/>
                </a:solidFill>
                <a:latin typeface="Newsreader"/>
                <a:ea typeface="Newsreader"/>
                <a:cs typeface="Newsreader"/>
              </a:defRPr>
            </a:lvl8pPr>
            <a:lvl9pPr algn="l">
              <a:defRPr sz="6900" b="0">
                <a:solidFill>
                  <a:srgbClr val="F6F4EE"/>
                </a:solidFill>
                <a:latin typeface="Newsreader"/>
                <a:ea typeface="Newsreader"/>
                <a:cs typeface="Newsreader"/>
              </a:defRPr>
            </a:lvl9pPr>
          </a:lstStyle>
          <a:p xmlns:a="http://schemas.openxmlformats.org/drawingml/2006/main">
            <a:pPr algn="l">
              <a:defRPr sz="6900" b="0">
                <a:solidFill>
                  <a:srgbClr val="F6F4EE"/>
                </a:solidFill>
                <a:latin typeface="Newsreader"/>
                <a:ea typeface="Newsreader"/>
                <a:cs typeface="Newsreader"/>
              </a:defRPr>
            </a:pPr>
            <a:r>
              <a:rPr sz="6900" b="0">
                <a:solidFill>
                  <a:srgbClr val="F6F4EE"/>
                </a:solidFill>
                <a:latin typeface="Newsreader"/>
                <a:ea typeface="Newsreader"/>
                <a:cs typeface="Newsreader"/>
              </a:rPr>
              <a:t>Tests existed.</a:t>
            </a:r>
          </a:p>
          <a:p xmlns:a="http://schemas.openxmlformats.org/drawingml/2006/main">
            <a:pPr algn="l">
              <a:defRPr sz="6900" b="0">
                <a:solidFill>
                  <a:srgbClr val="F6F4EE"/>
                </a:solidFill>
                <a:latin typeface="Newsreader"/>
                <a:ea typeface="Newsreader"/>
                <a:cs typeface="Newsreader"/>
              </a:defRPr>
            </a:pPr>
            <a:r>
              <a:rPr sz="6900" b="0">
                <a:solidFill>
                  <a:srgbClr val="F6F4EE"/>
                </a:solidFill>
                <a:latin typeface="Newsreader"/>
                <a:ea typeface="Newsreader"/>
                <a:cs typeface="Newsreader"/>
              </a:rPr>
              <a:t>Nobody ran them.</a:t>
            </a:r>
          </a:p>
        </p:txBody>
      </p:sp>
      <p:sp>
        <p:nvSpPr>
          <p:cNvPr id="2" name="text">
            <a:extLst xmlns:a="http://schemas.openxmlformats.org/drawingml/2006/main">
              <a:ext uri="{FF2B5EF4-FFF2-40B4-BE49-F238E27FC236}">
                <a16:creationId xmlns:a16="http://schemas.microsoft.com/office/drawing/2014/main" id="{FDFD36C4-52C4-4117-B9A0-BE95C02326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4667250"/>
            <a:ext cx="10191750" cy="866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2475" b="0">
                <a:solidFill>
                  <a:srgbClr val="B7BCC1"/>
                </a:solidFill>
                <a:latin typeface="Satoshi Variable"/>
                <a:ea typeface="Satoshi Variable"/>
                <a:cs typeface="Satoshi Variable"/>
              </a:defRPr>
            </a:defPPr>
            <a:lvl1pPr algn="l">
              <a:defRPr sz="2475" b="0">
                <a:solidFill>
                  <a:srgbClr val="B7BCC1"/>
                </a:solidFill>
                <a:latin typeface="Satoshi Variable"/>
                <a:ea typeface="Satoshi Variable"/>
                <a:cs typeface="Satoshi Variable"/>
              </a:defRPr>
            </a:lvl1pPr>
            <a:lvl2pPr algn="l">
              <a:defRPr sz="2475" b="0">
                <a:solidFill>
                  <a:srgbClr val="B7BCC1"/>
                </a:solidFill>
                <a:latin typeface="Satoshi Variable"/>
                <a:ea typeface="Satoshi Variable"/>
                <a:cs typeface="Satoshi Variable"/>
              </a:defRPr>
            </a:lvl2pPr>
            <a:lvl3pPr algn="l">
              <a:defRPr sz="2475" b="0">
                <a:solidFill>
                  <a:srgbClr val="B7BCC1"/>
                </a:solidFill>
                <a:latin typeface="Satoshi Variable"/>
                <a:ea typeface="Satoshi Variable"/>
                <a:cs typeface="Satoshi Variable"/>
              </a:defRPr>
            </a:lvl3pPr>
            <a:lvl4pPr algn="l">
              <a:defRPr sz="2475" b="0">
                <a:solidFill>
                  <a:srgbClr val="B7BCC1"/>
                </a:solidFill>
                <a:latin typeface="Satoshi Variable"/>
                <a:ea typeface="Satoshi Variable"/>
                <a:cs typeface="Satoshi Variable"/>
              </a:defRPr>
            </a:lvl4pPr>
            <a:lvl5pPr algn="l">
              <a:defRPr sz="2475" b="0">
                <a:solidFill>
                  <a:srgbClr val="B7BCC1"/>
                </a:solidFill>
                <a:latin typeface="Satoshi Variable"/>
                <a:ea typeface="Satoshi Variable"/>
                <a:cs typeface="Satoshi Variable"/>
              </a:defRPr>
            </a:lvl5pPr>
            <a:lvl6pPr algn="l">
              <a:defRPr sz="2475" b="0">
                <a:solidFill>
                  <a:srgbClr val="B7BCC1"/>
                </a:solidFill>
                <a:latin typeface="Satoshi Variable"/>
                <a:ea typeface="Satoshi Variable"/>
                <a:cs typeface="Satoshi Variable"/>
              </a:defRPr>
            </a:lvl6pPr>
            <a:lvl7pPr algn="l">
              <a:defRPr sz="2475" b="0">
                <a:solidFill>
                  <a:srgbClr val="B7BCC1"/>
                </a:solidFill>
                <a:latin typeface="Satoshi Variable"/>
                <a:ea typeface="Satoshi Variable"/>
                <a:cs typeface="Satoshi Variable"/>
              </a:defRPr>
            </a:lvl7pPr>
            <a:lvl8pPr algn="l">
              <a:defRPr sz="2475" b="0">
                <a:solidFill>
                  <a:srgbClr val="B7BCC1"/>
                </a:solidFill>
                <a:latin typeface="Satoshi Variable"/>
                <a:ea typeface="Satoshi Variable"/>
                <a:cs typeface="Satoshi Variable"/>
              </a:defRPr>
            </a:lvl8pPr>
            <a:lvl9pPr algn="l">
              <a:defRPr sz="2475" b="0">
                <a:solidFill>
                  <a:srgbClr val="B7BCC1"/>
                </a:solidFill>
                <a:latin typeface="Satoshi Variable"/>
                <a:ea typeface="Satoshi Variable"/>
                <a:cs typeface="Satoshi Variable"/>
              </a:defRPr>
            </a:lvl9pPr>
          </a:lstStyle>
          <a:p xmlns:a="http://schemas.openxmlformats.org/drawingml/2006/main">
            <a:pPr algn="l">
              <a:defRPr sz="2475" b="0">
                <a:solidFill>
                  <a:srgbClr val="B7BCC1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475" b="0">
                <a:solidFill>
                  <a:srgbClr val="B7BCC1"/>
                </a:solidFill>
                <a:latin typeface="Satoshi Variable"/>
                <a:ea typeface="Satoshi Variable"/>
                <a:cs typeface="Satoshi Variable"/>
              </a:rPr>
              <a:t>A small test suite. End-to-end checks outside CI.</a:t>
            </a:r>
          </a:p>
        </p:txBody>
      </p:sp>
      <p:sp>
        <p:nvSpPr>
          <p:cNvPr id="3" name="Slide number">
            <a:extLst xmlns:a="http://schemas.openxmlformats.org/drawingml/2006/main">
              <a:ext uri="{FF2B5EF4-FFF2-40B4-BE49-F238E27FC236}">
                <a16:creationId xmlns:a16="http://schemas.microsoft.com/office/drawing/2014/main" id="{BE59A306-A467-4E05-8206-D9397091AA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48425"/>
            <a:ext cx="523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1425" b="0">
                <a:solidFill>
                  <a:srgbClr val="B7BCC1"/>
                </a:solidFill>
                <a:latin typeface="Satoshi Variable"/>
                <a:ea typeface="Satoshi Variable"/>
                <a:cs typeface="Satoshi Variable"/>
              </a:defRPr>
            </a:defPPr>
            <a:lvl1pPr algn="l">
              <a:defRPr sz="1425" b="0">
                <a:solidFill>
                  <a:srgbClr val="B7BCC1"/>
                </a:solidFill>
                <a:latin typeface="Satoshi Variable"/>
                <a:ea typeface="Satoshi Variable"/>
                <a:cs typeface="Satoshi Variable"/>
              </a:defRPr>
            </a:lvl1pPr>
            <a:lvl2pPr algn="l">
              <a:defRPr sz="1425" b="0">
                <a:solidFill>
                  <a:srgbClr val="B7BCC1"/>
                </a:solidFill>
                <a:latin typeface="Satoshi Variable"/>
                <a:ea typeface="Satoshi Variable"/>
                <a:cs typeface="Satoshi Variable"/>
              </a:defRPr>
            </a:lvl2pPr>
            <a:lvl3pPr algn="l">
              <a:defRPr sz="1425" b="0">
                <a:solidFill>
                  <a:srgbClr val="B7BCC1"/>
                </a:solidFill>
                <a:latin typeface="Satoshi Variable"/>
                <a:ea typeface="Satoshi Variable"/>
                <a:cs typeface="Satoshi Variable"/>
              </a:defRPr>
            </a:lvl3pPr>
            <a:lvl4pPr algn="l">
              <a:defRPr sz="1425" b="0">
                <a:solidFill>
                  <a:srgbClr val="B7BCC1"/>
                </a:solidFill>
                <a:latin typeface="Satoshi Variable"/>
                <a:ea typeface="Satoshi Variable"/>
                <a:cs typeface="Satoshi Variable"/>
              </a:defRPr>
            </a:lvl4pPr>
            <a:lvl5pPr algn="l">
              <a:defRPr sz="1425" b="0">
                <a:solidFill>
                  <a:srgbClr val="B7BCC1"/>
                </a:solidFill>
                <a:latin typeface="Satoshi Variable"/>
                <a:ea typeface="Satoshi Variable"/>
                <a:cs typeface="Satoshi Variable"/>
              </a:defRPr>
            </a:lvl5pPr>
            <a:lvl6pPr algn="l">
              <a:defRPr sz="1425" b="0">
                <a:solidFill>
                  <a:srgbClr val="B7BCC1"/>
                </a:solidFill>
                <a:latin typeface="Satoshi Variable"/>
                <a:ea typeface="Satoshi Variable"/>
                <a:cs typeface="Satoshi Variable"/>
              </a:defRPr>
            </a:lvl6pPr>
            <a:lvl7pPr algn="l">
              <a:defRPr sz="1425" b="0">
                <a:solidFill>
                  <a:srgbClr val="B7BCC1"/>
                </a:solidFill>
                <a:latin typeface="Satoshi Variable"/>
                <a:ea typeface="Satoshi Variable"/>
                <a:cs typeface="Satoshi Variable"/>
              </a:defRPr>
            </a:lvl7pPr>
            <a:lvl8pPr algn="l">
              <a:defRPr sz="1425" b="0">
                <a:solidFill>
                  <a:srgbClr val="B7BCC1"/>
                </a:solidFill>
                <a:latin typeface="Satoshi Variable"/>
                <a:ea typeface="Satoshi Variable"/>
                <a:cs typeface="Satoshi Variable"/>
              </a:defRPr>
            </a:lvl8pPr>
            <a:lvl9pPr algn="l">
              <a:defRPr sz="1425" b="0">
                <a:solidFill>
                  <a:srgbClr val="B7BCC1"/>
                </a:solidFill>
                <a:latin typeface="Satoshi Variable"/>
                <a:ea typeface="Satoshi Variable"/>
                <a:cs typeface="Satoshi Variable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B7BCC1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425" b="0">
                <a:solidFill>
                  <a:srgbClr val="B7BCC1"/>
                </a:solidFill>
                <a:latin typeface="Satoshi Variable"/>
                <a:ea typeface="Satoshi Variable"/>
                <a:cs typeface="Satoshi Variable"/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743847033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11131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85B61EDC-95EB-426A-8D54-393DDC162C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24000"/>
            <a:ext cx="10572750" cy="2686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6900" b="0">
                <a:solidFill>
                  <a:srgbClr val="F6F4EE"/>
                </a:solidFill>
                <a:latin typeface="Newsreader"/>
                <a:ea typeface="Newsreader"/>
                <a:cs typeface="Newsreader"/>
              </a:defRPr>
            </a:defPPr>
            <a:lvl1pPr algn="l">
              <a:defRPr sz="6900" b="0">
                <a:solidFill>
                  <a:srgbClr val="F6F4EE"/>
                </a:solidFill>
                <a:latin typeface="Newsreader"/>
                <a:ea typeface="Newsreader"/>
                <a:cs typeface="Newsreader"/>
              </a:defRPr>
            </a:lvl1pPr>
            <a:lvl2pPr algn="l">
              <a:defRPr sz="6900" b="0">
                <a:solidFill>
                  <a:srgbClr val="F6F4EE"/>
                </a:solidFill>
                <a:latin typeface="Newsreader"/>
                <a:ea typeface="Newsreader"/>
                <a:cs typeface="Newsreader"/>
              </a:defRPr>
            </a:lvl2pPr>
            <a:lvl3pPr algn="l">
              <a:defRPr sz="6900" b="0">
                <a:solidFill>
                  <a:srgbClr val="F6F4EE"/>
                </a:solidFill>
                <a:latin typeface="Newsreader"/>
                <a:ea typeface="Newsreader"/>
                <a:cs typeface="Newsreader"/>
              </a:defRPr>
            </a:lvl3pPr>
            <a:lvl4pPr algn="l">
              <a:defRPr sz="6900" b="0">
                <a:solidFill>
                  <a:srgbClr val="F6F4EE"/>
                </a:solidFill>
                <a:latin typeface="Newsreader"/>
                <a:ea typeface="Newsreader"/>
                <a:cs typeface="Newsreader"/>
              </a:defRPr>
            </a:lvl4pPr>
            <a:lvl5pPr algn="l">
              <a:defRPr sz="6900" b="0">
                <a:solidFill>
                  <a:srgbClr val="F6F4EE"/>
                </a:solidFill>
                <a:latin typeface="Newsreader"/>
                <a:ea typeface="Newsreader"/>
                <a:cs typeface="Newsreader"/>
              </a:defRPr>
            </a:lvl5pPr>
            <a:lvl6pPr algn="l">
              <a:defRPr sz="6900" b="0">
                <a:solidFill>
                  <a:srgbClr val="F6F4EE"/>
                </a:solidFill>
                <a:latin typeface="Newsreader"/>
                <a:ea typeface="Newsreader"/>
                <a:cs typeface="Newsreader"/>
              </a:defRPr>
            </a:lvl6pPr>
            <a:lvl7pPr algn="l">
              <a:defRPr sz="6900" b="0">
                <a:solidFill>
                  <a:srgbClr val="F6F4EE"/>
                </a:solidFill>
                <a:latin typeface="Newsreader"/>
                <a:ea typeface="Newsreader"/>
                <a:cs typeface="Newsreader"/>
              </a:defRPr>
            </a:lvl7pPr>
            <a:lvl8pPr algn="l">
              <a:defRPr sz="6900" b="0">
                <a:solidFill>
                  <a:srgbClr val="F6F4EE"/>
                </a:solidFill>
                <a:latin typeface="Newsreader"/>
                <a:ea typeface="Newsreader"/>
                <a:cs typeface="Newsreader"/>
              </a:defRPr>
            </a:lvl8pPr>
            <a:lvl9pPr algn="l">
              <a:defRPr sz="6900" b="0">
                <a:solidFill>
                  <a:srgbClr val="F6F4EE"/>
                </a:solidFill>
                <a:latin typeface="Newsreader"/>
                <a:ea typeface="Newsreader"/>
                <a:cs typeface="Newsreader"/>
              </a:defRPr>
            </a:lvl9pPr>
          </a:lstStyle>
          <a:p xmlns:a="http://schemas.openxmlformats.org/drawingml/2006/main">
            <a:pPr algn="l">
              <a:defRPr sz="6900" b="0">
                <a:solidFill>
                  <a:srgbClr val="F6F4EE"/>
                </a:solidFill>
                <a:latin typeface="Newsreader"/>
                <a:ea typeface="Newsreader"/>
                <a:cs typeface="Newsreader"/>
              </a:defRPr>
            </a:pPr>
            <a:r>
              <a:rPr sz="6900" b="0">
                <a:solidFill>
                  <a:srgbClr val="F6F4EE"/>
                </a:solidFill>
                <a:latin typeface="Newsreader"/>
                <a:ea typeface="Newsreader"/>
                <a:cs typeface="Newsreader"/>
              </a:rPr>
              <a:t>More than</a:t>
            </a:r>
          </a:p>
          <a:p xmlns:a="http://schemas.openxmlformats.org/drawingml/2006/main">
            <a:pPr algn="l">
              <a:defRPr sz="6900" b="0">
                <a:solidFill>
                  <a:srgbClr val="F6F4EE"/>
                </a:solidFill>
                <a:latin typeface="Newsreader"/>
                <a:ea typeface="Newsreader"/>
                <a:cs typeface="Newsreader"/>
              </a:defRPr>
            </a:pPr>
            <a:r>
              <a:rPr sz="6900" b="0">
                <a:solidFill>
                  <a:srgbClr val="F6F4EE"/>
                </a:solidFill>
                <a:latin typeface="Newsreader"/>
                <a:ea typeface="Newsreader"/>
                <a:cs typeface="Newsreader"/>
              </a:rPr>
              <a:t>three days of QA.</a:t>
            </a:r>
          </a:p>
        </p:txBody>
      </p:sp>
      <p:sp>
        <p:nvSpPr>
          <p:cNvPr id="2" name="text">
            <a:extLst xmlns:a="http://schemas.openxmlformats.org/drawingml/2006/main">
              <a:ext uri="{FF2B5EF4-FFF2-40B4-BE49-F238E27FC236}">
                <a16:creationId xmlns:a16="http://schemas.microsoft.com/office/drawing/2014/main" id="{70711ECC-266C-4678-B1BB-F73FD852C1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4667250"/>
            <a:ext cx="10191750" cy="866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2475" b="0">
                <a:solidFill>
                  <a:srgbClr val="B7BCC1"/>
                </a:solidFill>
                <a:latin typeface="Satoshi Variable"/>
                <a:ea typeface="Satoshi Variable"/>
                <a:cs typeface="Satoshi Variable"/>
              </a:defRPr>
            </a:defPPr>
            <a:lvl1pPr algn="l">
              <a:defRPr sz="2475" b="0">
                <a:solidFill>
                  <a:srgbClr val="B7BCC1"/>
                </a:solidFill>
                <a:latin typeface="Satoshi Variable"/>
                <a:ea typeface="Satoshi Variable"/>
                <a:cs typeface="Satoshi Variable"/>
              </a:defRPr>
            </a:lvl1pPr>
            <a:lvl2pPr algn="l">
              <a:defRPr sz="2475" b="0">
                <a:solidFill>
                  <a:srgbClr val="B7BCC1"/>
                </a:solidFill>
                <a:latin typeface="Satoshi Variable"/>
                <a:ea typeface="Satoshi Variable"/>
                <a:cs typeface="Satoshi Variable"/>
              </a:defRPr>
            </a:lvl2pPr>
            <a:lvl3pPr algn="l">
              <a:defRPr sz="2475" b="0">
                <a:solidFill>
                  <a:srgbClr val="B7BCC1"/>
                </a:solidFill>
                <a:latin typeface="Satoshi Variable"/>
                <a:ea typeface="Satoshi Variable"/>
                <a:cs typeface="Satoshi Variable"/>
              </a:defRPr>
            </a:lvl3pPr>
            <a:lvl4pPr algn="l">
              <a:defRPr sz="2475" b="0">
                <a:solidFill>
                  <a:srgbClr val="B7BCC1"/>
                </a:solidFill>
                <a:latin typeface="Satoshi Variable"/>
                <a:ea typeface="Satoshi Variable"/>
                <a:cs typeface="Satoshi Variable"/>
              </a:defRPr>
            </a:lvl4pPr>
            <a:lvl5pPr algn="l">
              <a:defRPr sz="2475" b="0">
                <a:solidFill>
                  <a:srgbClr val="B7BCC1"/>
                </a:solidFill>
                <a:latin typeface="Satoshi Variable"/>
                <a:ea typeface="Satoshi Variable"/>
                <a:cs typeface="Satoshi Variable"/>
              </a:defRPr>
            </a:lvl5pPr>
            <a:lvl6pPr algn="l">
              <a:defRPr sz="2475" b="0">
                <a:solidFill>
                  <a:srgbClr val="B7BCC1"/>
                </a:solidFill>
                <a:latin typeface="Satoshi Variable"/>
                <a:ea typeface="Satoshi Variable"/>
                <a:cs typeface="Satoshi Variable"/>
              </a:defRPr>
            </a:lvl6pPr>
            <a:lvl7pPr algn="l">
              <a:defRPr sz="2475" b="0">
                <a:solidFill>
                  <a:srgbClr val="B7BCC1"/>
                </a:solidFill>
                <a:latin typeface="Satoshi Variable"/>
                <a:ea typeface="Satoshi Variable"/>
                <a:cs typeface="Satoshi Variable"/>
              </a:defRPr>
            </a:lvl7pPr>
            <a:lvl8pPr algn="l">
              <a:defRPr sz="2475" b="0">
                <a:solidFill>
                  <a:srgbClr val="B7BCC1"/>
                </a:solidFill>
                <a:latin typeface="Satoshi Variable"/>
                <a:ea typeface="Satoshi Variable"/>
                <a:cs typeface="Satoshi Variable"/>
              </a:defRPr>
            </a:lvl8pPr>
            <a:lvl9pPr algn="l">
              <a:defRPr sz="2475" b="0">
                <a:solidFill>
                  <a:srgbClr val="B7BCC1"/>
                </a:solidFill>
                <a:latin typeface="Satoshi Variable"/>
                <a:ea typeface="Satoshi Variable"/>
                <a:cs typeface="Satoshi Variable"/>
              </a:defRPr>
            </a:lvl9pPr>
          </a:lstStyle>
          <a:p xmlns:a="http://schemas.openxmlformats.org/drawingml/2006/main">
            <a:pPr algn="l">
              <a:defRPr sz="2475" b="0">
                <a:solidFill>
                  <a:srgbClr val="B7BCC1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475" b="0">
                <a:solidFill>
                  <a:srgbClr val="B7BCC1"/>
                </a:solidFill>
                <a:latin typeface="Satoshi Variable"/>
                <a:ea typeface="Satoshi Variable"/>
                <a:cs typeface="Satoshi Variable"/>
              </a:rPr>
              <a:t>Engineering, product and UX/design.</a:t>
            </a:r>
          </a:p>
          <a:p xmlns:a="http://schemas.openxmlformats.org/drawingml/2006/main">
            <a:pPr algn="l">
              <a:defRPr sz="2475" b="0">
                <a:solidFill>
                  <a:srgbClr val="B7BCC1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475" b="0">
                <a:solidFill>
                  <a:srgbClr val="B7BCC1"/>
                </a:solidFill>
                <a:latin typeface="Satoshi Variable"/>
                <a:ea typeface="Satoshi Variable"/>
                <a:cs typeface="Satoshi Variable"/>
              </a:rPr>
              <a:t>Many people paused their own work.</a:t>
            </a:r>
          </a:p>
        </p:txBody>
      </p:sp>
      <p:sp>
        <p:nvSpPr>
          <p:cNvPr id="3" name="Slide number">
            <a:extLst xmlns:a="http://schemas.openxmlformats.org/drawingml/2006/main">
              <a:ext uri="{FF2B5EF4-FFF2-40B4-BE49-F238E27FC236}">
                <a16:creationId xmlns:a16="http://schemas.microsoft.com/office/drawing/2014/main" id="{558942E1-6A02-4098-B150-E2E98A37DB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48425"/>
            <a:ext cx="523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1425" b="0">
                <a:solidFill>
                  <a:srgbClr val="B7BCC1"/>
                </a:solidFill>
                <a:latin typeface="Satoshi Variable"/>
                <a:ea typeface="Satoshi Variable"/>
                <a:cs typeface="Satoshi Variable"/>
              </a:defRPr>
            </a:defPPr>
            <a:lvl1pPr algn="l">
              <a:defRPr sz="1425" b="0">
                <a:solidFill>
                  <a:srgbClr val="B7BCC1"/>
                </a:solidFill>
                <a:latin typeface="Satoshi Variable"/>
                <a:ea typeface="Satoshi Variable"/>
                <a:cs typeface="Satoshi Variable"/>
              </a:defRPr>
            </a:lvl1pPr>
            <a:lvl2pPr algn="l">
              <a:defRPr sz="1425" b="0">
                <a:solidFill>
                  <a:srgbClr val="B7BCC1"/>
                </a:solidFill>
                <a:latin typeface="Satoshi Variable"/>
                <a:ea typeface="Satoshi Variable"/>
                <a:cs typeface="Satoshi Variable"/>
              </a:defRPr>
            </a:lvl2pPr>
            <a:lvl3pPr algn="l">
              <a:defRPr sz="1425" b="0">
                <a:solidFill>
                  <a:srgbClr val="B7BCC1"/>
                </a:solidFill>
                <a:latin typeface="Satoshi Variable"/>
                <a:ea typeface="Satoshi Variable"/>
                <a:cs typeface="Satoshi Variable"/>
              </a:defRPr>
            </a:lvl3pPr>
            <a:lvl4pPr algn="l">
              <a:defRPr sz="1425" b="0">
                <a:solidFill>
                  <a:srgbClr val="B7BCC1"/>
                </a:solidFill>
                <a:latin typeface="Satoshi Variable"/>
                <a:ea typeface="Satoshi Variable"/>
                <a:cs typeface="Satoshi Variable"/>
              </a:defRPr>
            </a:lvl4pPr>
            <a:lvl5pPr algn="l">
              <a:defRPr sz="1425" b="0">
                <a:solidFill>
                  <a:srgbClr val="B7BCC1"/>
                </a:solidFill>
                <a:latin typeface="Satoshi Variable"/>
                <a:ea typeface="Satoshi Variable"/>
                <a:cs typeface="Satoshi Variable"/>
              </a:defRPr>
            </a:lvl5pPr>
            <a:lvl6pPr algn="l">
              <a:defRPr sz="1425" b="0">
                <a:solidFill>
                  <a:srgbClr val="B7BCC1"/>
                </a:solidFill>
                <a:latin typeface="Satoshi Variable"/>
                <a:ea typeface="Satoshi Variable"/>
                <a:cs typeface="Satoshi Variable"/>
              </a:defRPr>
            </a:lvl6pPr>
            <a:lvl7pPr algn="l">
              <a:defRPr sz="1425" b="0">
                <a:solidFill>
                  <a:srgbClr val="B7BCC1"/>
                </a:solidFill>
                <a:latin typeface="Satoshi Variable"/>
                <a:ea typeface="Satoshi Variable"/>
                <a:cs typeface="Satoshi Variable"/>
              </a:defRPr>
            </a:lvl7pPr>
            <a:lvl8pPr algn="l">
              <a:defRPr sz="1425" b="0">
                <a:solidFill>
                  <a:srgbClr val="B7BCC1"/>
                </a:solidFill>
                <a:latin typeface="Satoshi Variable"/>
                <a:ea typeface="Satoshi Variable"/>
                <a:cs typeface="Satoshi Variable"/>
              </a:defRPr>
            </a:lvl8pPr>
            <a:lvl9pPr algn="l">
              <a:defRPr sz="1425" b="0">
                <a:solidFill>
                  <a:srgbClr val="B7BCC1"/>
                </a:solidFill>
                <a:latin typeface="Satoshi Variable"/>
                <a:ea typeface="Satoshi Variable"/>
                <a:cs typeface="Satoshi Variable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B7BCC1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425" b="0">
                <a:solidFill>
                  <a:srgbClr val="B7BCC1"/>
                </a:solidFill>
                <a:latin typeface="Satoshi Variable"/>
                <a:ea typeface="Satoshi Variable"/>
                <a:cs typeface="Satoshi Variable"/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1843455012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11131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4B38859E-9973-4E71-B9EE-DEA85EA8DF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24000"/>
            <a:ext cx="10572750" cy="2686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6900" b="0">
                <a:solidFill>
                  <a:srgbClr val="F6F4EE"/>
                </a:solidFill>
                <a:latin typeface="Newsreader"/>
                <a:ea typeface="Newsreader"/>
                <a:cs typeface="Newsreader"/>
              </a:defRPr>
            </a:defPPr>
            <a:lvl1pPr algn="l">
              <a:defRPr sz="6900" b="0">
                <a:solidFill>
                  <a:srgbClr val="F6F4EE"/>
                </a:solidFill>
                <a:latin typeface="Newsreader"/>
                <a:ea typeface="Newsreader"/>
                <a:cs typeface="Newsreader"/>
              </a:defRPr>
            </a:lvl1pPr>
            <a:lvl2pPr algn="l">
              <a:defRPr sz="6900" b="0">
                <a:solidFill>
                  <a:srgbClr val="F6F4EE"/>
                </a:solidFill>
                <a:latin typeface="Newsreader"/>
                <a:ea typeface="Newsreader"/>
                <a:cs typeface="Newsreader"/>
              </a:defRPr>
            </a:lvl2pPr>
            <a:lvl3pPr algn="l">
              <a:defRPr sz="6900" b="0">
                <a:solidFill>
                  <a:srgbClr val="F6F4EE"/>
                </a:solidFill>
                <a:latin typeface="Newsreader"/>
                <a:ea typeface="Newsreader"/>
                <a:cs typeface="Newsreader"/>
              </a:defRPr>
            </a:lvl3pPr>
            <a:lvl4pPr algn="l">
              <a:defRPr sz="6900" b="0">
                <a:solidFill>
                  <a:srgbClr val="F6F4EE"/>
                </a:solidFill>
                <a:latin typeface="Newsreader"/>
                <a:ea typeface="Newsreader"/>
                <a:cs typeface="Newsreader"/>
              </a:defRPr>
            </a:lvl4pPr>
            <a:lvl5pPr algn="l">
              <a:defRPr sz="6900" b="0">
                <a:solidFill>
                  <a:srgbClr val="F6F4EE"/>
                </a:solidFill>
                <a:latin typeface="Newsreader"/>
                <a:ea typeface="Newsreader"/>
                <a:cs typeface="Newsreader"/>
              </a:defRPr>
            </a:lvl5pPr>
            <a:lvl6pPr algn="l">
              <a:defRPr sz="6900" b="0">
                <a:solidFill>
                  <a:srgbClr val="F6F4EE"/>
                </a:solidFill>
                <a:latin typeface="Newsreader"/>
                <a:ea typeface="Newsreader"/>
                <a:cs typeface="Newsreader"/>
              </a:defRPr>
            </a:lvl6pPr>
            <a:lvl7pPr algn="l">
              <a:defRPr sz="6900" b="0">
                <a:solidFill>
                  <a:srgbClr val="F6F4EE"/>
                </a:solidFill>
                <a:latin typeface="Newsreader"/>
                <a:ea typeface="Newsreader"/>
                <a:cs typeface="Newsreader"/>
              </a:defRPr>
            </a:lvl7pPr>
            <a:lvl8pPr algn="l">
              <a:defRPr sz="6900" b="0">
                <a:solidFill>
                  <a:srgbClr val="F6F4EE"/>
                </a:solidFill>
                <a:latin typeface="Newsreader"/>
                <a:ea typeface="Newsreader"/>
                <a:cs typeface="Newsreader"/>
              </a:defRPr>
            </a:lvl8pPr>
            <a:lvl9pPr algn="l">
              <a:defRPr sz="6900" b="0">
                <a:solidFill>
                  <a:srgbClr val="F6F4EE"/>
                </a:solidFill>
                <a:latin typeface="Newsreader"/>
                <a:ea typeface="Newsreader"/>
                <a:cs typeface="Newsreader"/>
              </a:defRPr>
            </a:lvl9pPr>
          </a:lstStyle>
          <a:p xmlns:a="http://schemas.openxmlformats.org/drawingml/2006/main">
            <a:pPr algn="l">
              <a:defRPr sz="6900" b="0">
                <a:solidFill>
                  <a:srgbClr val="F6F4EE"/>
                </a:solidFill>
                <a:latin typeface="Newsreader"/>
                <a:ea typeface="Newsreader"/>
                <a:cs typeface="Newsreader"/>
              </a:defRPr>
            </a:pPr>
            <a:r>
              <a:rPr sz="6900" b="0">
                <a:solidFill>
                  <a:srgbClr val="F6F4EE"/>
                </a:solidFill>
                <a:latin typeface="Newsreader"/>
                <a:ea typeface="Newsreader"/>
                <a:cs typeface="Newsreader"/>
              </a:rPr>
              <a:t>Every release waited</a:t>
            </a:r>
          </a:p>
          <a:p xmlns:a="http://schemas.openxmlformats.org/drawingml/2006/main">
            <a:pPr algn="l">
              <a:defRPr sz="6900" b="0">
                <a:solidFill>
                  <a:srgbClr val="F6F4EE"/>
                </a:solidFill>
                <a:latin typeface="Newsreader"/>
                <a:ea typeface="Newsreader"/>
                <a:cs typeface="Newsreader"/>
              </a:defRPr>
            </a:pPr>
            <a:r>
              <a:rPr sz="6900" b="0">
                <a:solidFill>
                  <a:srgbClr val="F6F4EE"/>
                </a:solidFill>
                <a:latin typeface="Newsreader"/>
                <a:ea typeface="Newsreader"/>
                <a:cs typeface="Newsreader"/>
              </a:rPr>
              <a:t>days for approval.</a:t>
            </a:r>
          </a:p>
        </p:txBody>
      </p:sp>
      <p:sp>
        <p:nvSpPr>
          <p:cNvPr id="2" name="text">
            <a:extLst xmlns:a="http://schemas.openxmlformats.org/drawingml/2006/main">
              <a:ext uri="{FF2B5EF4-FFF2-40B4-BE49-F238E27FC236}">
                <a16:creationId xmlns:a16="http://schemas.microsoft.com/office/drawing/2014/main" id="{18D5C1FB-8C99-4EA7-97B8-4A43CB314B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4667250"/>
            <a:ext cx="10191750" cy="866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2475" b="0">
                <a:solidFill>
                  <a:srgbClr val="B7BCC1"/>
                </a:solidFill>
                <a:latin typeface="Satoshi Variable"/>
                <a:ea typeface="Satoshi Variable"/>
                <a:cs typeface="Satoshi Variable"/>
              </a:defRPr>
            </a:defPPr>
            <a:lvl1pPr algn="l">
              <a:defRPr sz="2475" b="0">
                <a:solidFill>
                  <a:srgbClr val="B7BCC1"/>
                </a:solidFill>
                <a:latin typeface="Satoshi Variable"/>
                <a:ea typeface="Satoshi Variable"/>
                <a:cs typeface="Satoshi Variable"/>
              </a:defRPr>
            </a:lvl1pPr>
            <a:lvl2pPr algn="l">
              <a:defRPr sz="2475" b="0">
                <a:solidFill>
                  <a:srgbClr val="B7BCC1"/>
                </a:solidFill>
                <a:latin typeface="Satoshi Variable"/>
                <a:ea typeface="Satoshi Variable"/>
                <a:cs typeface="Satoshi Variable"/>
              </a:defRPr>
            </a:lvl2pPr>
            <a:lvl3pPr algn="l">
              <a:defRPr sz="2475" b="0">
                <a:solidFill>
                  <a:srgbClr val="B7BCC1"/>
                </a:solidFill>
                <a:latin typeface="Satoshi Variable"/>
                <a:ea typeface="Satoshi Variable"/>
                <a:cs typeface="Satoshi Variable"/>
              </a:defRPr>
            </a:lvl3pPr>
            <a:lvl4pPr algn="l">
              <a:defRPr sz="2475" b="0">
                <a:solidFill>
                  <a:srgbClr val="B7BCC1"/>
                </a:solidFill>
                <a:latin typeface="Satoshi Variable"/>
                <a:ea typeface="Satoshi Variable"/>
                <a:cs typeface="Satoshi Variable"/>
              </a:defRPr>
            </a:lvl4pPr>
            <a:lvl5pPr algn="l">
              <a:defRPr sz="2475" b="0">
                <a:solidFill>
                  <a:srgbClr val="B7BCC1"/>
                </a:solidFill>
                <a:latin typeface="Satoshi Variable"/>
                <a:ea typeface="Satoshi Variable"/>
                <a:cs typeface="Satoshi Variable"/>
              </a:defRPr>
            </a:lvl5pPr>
            <a:lvl6pPr algn="l">
              <a:defRPr sz="2475" b="0">
                <a:solidFill>
                  <a:srgbClr val="B7BCC1"/>
                </a:solidFill>
                <a:latin typeface="Satoshi Variable"/>
                <a:ea typeface="Satoshi Variable"/>
                <a:cs typeface="Satoshi Variable"/>
              </a:defRPr>
            </a:lvl6pPr>
            <a:lvl7pPr algn="l">
              <a:defRPr sz="2475" b="0">
                <a:solidFill>
                  <a:srgbClr val="B7BCC1"/>
                </a:solidFill>
                <a:latin typeface="Satoshi Variable"/>
                <a:ea typeface="Satoshi Variable"/>
                <a:cs typeface="Satoshi Variable"/>
              </a:defRPr>
            </a:lvl7pPr>
            <a:lvl8pPr algn="l">
              <a:defRPr sz="2475" b="0">
                <a:solidFill>
                  <a:srgbClr val="B7BCC1"/>
                </a:solidFill>
                <a:latin typeface="Satoshi Variable"/>
                <a:ea typeface="Satoshi Variable"/>
                <a:cs typeface="Satoshi Variable"/>
              </a:defRPr>
            </a:lvl8pPr>
            <a:lvl9pPr algn="l">
              <a:defRPr sz="2475" b="0">
                <a:solidFill>
                  <a:srgbClr val="B7BCC1"/>
                </a:solidFill>
                <a:latin typeface="Satoshi Variable"/>
                <a:ea typeface="Satoshi Variable"/>
                <a:cs typeface="Satoshi Variable"/>
              </a:defRPr>
            </a:lvl9pPr>
          </a:lstStyle>
          <a:p xmlns:a="http://schemas.openxmlformats.org/drawingml/2006/main">
            <a:pPr algn="l">
              <a:defRPr sz="2475" b="0">
                <a:solidFill>
                  <a:srgbClr val="B7BCC1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475" b="0">
                <a:solidFill>
                  <a:srgbClr val="B7BCC1"/>
                </a:solidFill>
                <a:latin typeface="Satoshi Variable"/>
                <a:ea typeface="Satoshi Variable"/>
                <a:cs typeface="Satoshi Variable"/>
              </a:rPr>
              <a:t>A chain of sign-offs held up the whole release.</a:t>
            </a:r>
          </a:p>
        </p:txBody>
      </p:sp>
      <p:sp>
        <p:nvSpPr>
          <p:cNvPr id="3" name="Slide number">
            <a:extLst xmlns:a="http://schemas.openxmlformats.org/drawingml/2006/main">
              <a:ext uri="{FF2B5EF4-FFF2-40B4-BE49-F238E27FC236}">
                <a16:creationId xmlns:a16="http://schemas.microsoft.com/office/drawing/2014/main" id="{14C167A4-806A-4EFD-9F39-F0B1AA3292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48425"/>
            <a:ext cx="523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1425" b="0">
                <a:solidFill>
                  <a:srgbClr val="B7BCC1"/>
                </a:solidFill>
                <a:latin typeface="Satoshi Variable"/>
                <a:ea typeface="Satoshi Variable"/>
                <a:cs typeface="Satoshi Variable"/>
              </a:defRPr>
            </a:defPPr>
            <a:lvl1pPr algn="l">
              <a:defRPr sz="1425" b="0">
                <a:solidFill>
                  <a:srgbClr val="B7BCC1"/>
                </a:solidFill>
                <a:latin typeface="Satoshi Variable"/>
                <a:ea typeface="Satoshi Variable"/>
                <a:cs typeface="Satoshi Variable"/>
              </a:defRPr>
            </a:lvl1pPr>
            <a:lvl2pPr algn="l">
              <a:defRPr sz="1425" b="0">
                <a:solidFill>
                  <a:srgbClr val="B7BCC1"/>
                </a:solidFill>
                <a:latin typeface="Satoshi Variable"/>
                <a:ea typeface="Satoshi Variable"/>
                <a:cs typeface="Satoshi Variable"/>
              </a:defRPr>
            </a:lvl2pPr>
            <a:lvl3pPr algn="l">
              <a:defRPr sz="1425" b="0">
                <a:solidFill>
                  <a:srgbClr val="B7BCC1"/>
                </a:solidFill>
                <a:latin typeface="Satoshi Variable"/>
                <a:ea typeface="Satoshi Variable"/>
                <a:cs typeface="Satoshi Variable"/>
              </a:defRPr>
            </a:lvl3pPr>
            <a:lvl4pPr algn="l">
              <a:defRPr sz="1425" b="0">
                <a:solidFill>
                  <a:srgbClr val="B7BCC1"/>
                </a:solidFill>
                <a:latin typeface="Satoshi Variable"/>
                <a:ea typeface="Satoshi Variable"/>
                <a:cs typeface="Satoshi Variable"/>
              </a:defRPr>
            </a:lvl4pPr>
            <a:lvl5pPr algn="l">
              <a:defRPr sz="1425" b="0">
                <a:solidFill>
                  <a:srgbClr val="B7BCC1"/>
                </a:solidFill>
                <a:latin typeface="Satoshi Variable"/>
                <a:ea typeface="Satoshi Variable"/>
                <a:cs typeface="Satoshi Variable"/>
              </a:defRPr>
            </a:lvl5pPr>
            <a:lvl6pPr algn="l">
              <a:defRPr sz="1425" b="0">
                <a:solidFill>
                  <a:srgbClr val="B7BCC1"/>
                </a:solidFill>
                <a:latin typeface="Satoshi Variable"/>
                <a:ea typeface="Satoshi Variable"/>
                <a:cs typeface="Satoshi Variable"/>
              </a:defRPr>
            </a:lvl6pPr>
            <a:lvl7pPr algn="l">
              <a:defRPr sz="1425" b="0">
                <a:solidFill>
                  <a:srgbClr val="B7BCC1"/>
                </a:solidFill>
                <a:latin typeface="Satoshi Variable"/>
                <a:ea typeface="Satoshi Variable"/>
                <a:cs typeface="Satoshi Variable"/>
              </a:defRPr>
            </a:lvl7pPr>
            <a:lvl8pPr algn="l">
              <a:defRPr sz="1425" b="0">
                <a:solidFill>
                  <a:srgbClr val="B7BCC1"/>
                </a:solidFill>
                <a:latin typeface="Satoshi Variable"/>
                <a:ea typeface="Satoshi Variable"/>
                <a:cs typeface="Satoshi Variable"/>
              </a:defRPr>
            </a:lvl8pPr>
            <a:lvl9pPr algn="l">
              <a:defRPr sz="1425" b="0">
                <a:solidFill>
                  <a:srgbClr val="B7BCC1"/>
                </a:solidFill>
                <a:latin typeface="Satoshi Variable"/>
                <a:ea typeface="Satoshi Variable"/>
                <a:cs typeface="Satoshi Variable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B7BCC1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425" b="0">
                <a:solidFill>
                  <a:srgbClr val="B7BCC1"/>
                </a:solidFill>
                <a:latin typeface="Satoshi Variable"/>
                <a:ea typeface="Satoshi Variable"/>
                <a:cs typeface="Satoshi Variable"/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917384173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11131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96A7CC26-E894-42BB-B2C4-EE75C55878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24000"/>
            <a:ext cx="10572750" cy="2686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6900" b="0">
                <a:solidFill>
                  <a:srgbClr val="F6F4EE"/>
                </a:solidFill>
                <a:latin typeface="Newsreader"/>
                <a:ea typeface="Newsreader"/>
                <a:cs typeface="Newsreader"/>
              </a:defRPr>
            </a:defPPr>
            <a:lvl1pPr algn="l">
              <a:defRPr sz="6900" b="0">
                <a:solidFill>
                  <a:srgbClr val="F6F4EE"/>
                </a:solidFill>
                <a:latin typeface="Newsreader"/>
                <a:ea typeface="Newsreader"/>
                <a:cs typeface="Newsreader"/>
              </a:defRPr>
            </a:lvl1pPr>
            <a:lvl2pPr algn="l">
              <a:defRPr sz="6900" b="0">
                <a:solidFill>
                  <a:srgbClr val="F6F4EE"/>
                </a:solidFill>
                <a:latin typeface="Newsreader"/>
                <a:ea typeface="Newsreader"/>
                <a:cs typeface="Newsreader"/>
              </a:defRPr>
            </a:lvl2pPr>
            <a:lvl3pPr algn="l">
              <a:defRPr sz="6900" b="0">
                <a:solidFill>
                  <a:srgbClr val="F6F4EE"/>
                </a:solidFill>
                <a:latin typeface="Newsreader"/>
                <a:ea typeface="Newsreader"/>
                <a:cs typeface="Newsreader"/>
              </a:defRPr>
            </a:lvl3pPr>
            <a:lvl4pPr algn="l">
              <a:defRPr sz="6900" b="0">
                <a:solidFill>
                  <a:srgbClr val="F6F4EE"/>
                </a:solidFill>
                <a:latin typeface="Newsreader"/>
                <a:ea typeface="Newsreader"/>
                <a:cs typeface="Newsreader"/>
              </a:defRPr>
            </a:lvl4pPr>
            <a:lvl5pPr algn="l">
              <a:defRPr sz="6900" b="0">
                <a:solidFill>
                  <a:srgbClr val="F6F4EE"/>
                </a:solidFill>
                <a:latin typeface="Newsreader"/>
                <a:ea typeface="Newsreader"/>
                <a:cs typeface="Newsreader"/>
              </a:defRPr>
            </a:lvl5pPr>
            <a:lvl6pPr algn="l">
              <a:defRPr sz="6900" b="0">
                <a:solidFill>
                  <a:srgbClr val="F6F4EE"/>
                </a:solidFill>
                <a:latin typeface="Newsreader"/>
                <a:ea typeface="Newsreader"/>
                <a:cs typeface="Newsreader"/>
              </a:defRPr>
            </a:lvl6pPr>
            <a:lvl7pPr algn="l">
              <a:defRPr sz="6900" b="0">
                <a:solidFill>
                  <a:srgbClr val="F6F4EE"/>
                </a:solidFill>
                <a:latin typeface="Newsreader"/>
                <a:ea typeface="Newsreader"/>
                <a:cs typeface="Newsreader"/>
              </a:defRPr>
            </a:lvl7pPr>
            <a:lvl8pPr algn="l">
              <a:defRPr sz="6900" b="0">
                <a:solidFill>
                  <a:srgbClr val="F6F4EE"/>
                </a:solidFill>
                <a:latin typeface="Newsreader"/>
                <a:ea typeface="Newsreader"/>
                <a:cs typeface="Newsreader"/>
              </a:defRPr>
            </a:lvl8pPr>
            <a:lvl9pPr algn="l">
              <a:defRPr sz="6900" b="0">
                <a:solidFill>
                  <a:srgbClr val="F6F4EE"/>
                </a:solidFill>
                <a:latin typeface="Newsreader"/>
                <a:ea typeface="Newsreader"/>
                <a:cs typeface="Newsreader"/>
              </a:defRPr>
            </a:lvl9pPr>
          </a:lstStyle>
          <a:p xmlns:a="http://schemas.openxmlformats.org/drawingml/2006/main">
            <a:pPr algn="l">
              <a:defRPr sz="6900" b="0">
                <a:solidFill>
                  <a:srgbClr val="F6F4EE"/>
                </a:solidFill>
                <a:latin typeface="Newsreader"/>
                <a:ea typeface="Newsreader"/>
                <a:cs typeface="Newsreader"/>
              </a:defRPr>
            </a:pPr>
            <a:r>
              <a:rPr sz="6900" b="0">
                <a:solidFill>
                  <a:srgbClr val="F6F4EE"/>
                </a:solidFill>
                <a:latin typeface="Newsreader"/>
                <a:ea typeface="Newsreader"/>
                <a:cs typeface="Newsreader"/>
              </a:rPr>
              <a:t>Projects postponed</a:t>
            </a:r>
          </a:p>
          <a:p xmlns:a="http://schemas.openxmlformats.org/drawingml/2006/main">
            <a:pPr algn="l">
              <a:defRPr sz="6900" b="0">
                <a:solidFill>
                  <a:srgbClr val="F6F4EE"/>
                </a:solidFill>
                <a:latin typeface="Newsreader"/>
                <a:ea typeface="Newsreader"/>
                <a:cs typeface="Newsreader"/>
              </a:defRPr>
            </a:pPr>
            <a:r>
              <a:rPr sz="6900" b="0">
                <a:solidFill>
                  <a:srgbClr val="F6F4EE"/>
                </a:solidFill>
                <a:latin typeface="Newsreader"/>
                <a:ea typeface="Newsreader"/>
                <a:cs typeface="Newsreader"/>
              </a:rPr>
              <a:t>by over a quarter.</a:t>
            </a:r>
          </a:p>
        </p:txBody>
      </p:sp>
      <p:sp>
        <p:nvSpPr>
          <p:cNvPr id="2" name="text">
            <a:extLst xmlns:a="http://schemas.openxmlformats.org/drawingml/2006/main">
              <a:ext uri="{FF2B5EF4-FFF2-40B4-BE49-F238E27FC236}">
                <a16:creationId xmlns:a16="http://schemas.microsoft.com/office/drawing/2014/main" id="{AFAB14EF-534D-425C-948C-3A5FBD05CF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4667250"/>
            <a:ext cx="10191750" cy="866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2475" b="0">
                <a:solidFill>
                  <a:srgbClr val="B7BCC1"/>
                </a:solidFill>
                <a:latin typeface="Satoshi Variable"/>
                <a:ea typeface="Satoshi Variable"/>
                <a:cs typeface="Satoshi Variable"/>
              </a:defRPr>
            </a:defPPr>
            <a:lvl1pPr algn="l">
              <a:defRPr sz="2475" b="0">
                <a:solidFill>
                  <a:srgbClr val="B7BCC1"/>
                </a:solidFill>
                <a:latin typeface="Satoshi Variable"/>
                <a:ea typeface="Satoshi Variable"/>
                <a:cs typeface="Satoshi Variable"/>
              </a:defRPr>
            </a:lvl1pPr>
            <a:lvl2pPr algn="l">
              <a:defRPr sz="2475" b="0">
                <a:solidFill>
                  <a:srgbClr val="B7BCC1"/>
                </a:solidFill>
                <a:latin typeface="Satoshi Variable"/>
                <a:ea typeface="Satoshi Variable"/>
                <a:cs typeface="Satoshi Variable"/>
              </a:defRPr>
            </a:lvl2pPr>
            <a:lvl3pPr algn="l">
              <a:defRPr sz="2475" b="0">
                <a:solidFill>
                  <a:srgbClr val="B7BCC1"/>
                </a:solidFill>
                <a:latin typeface="Satoshi Variable"/>
                <a:ea typeface="Satoshi Variable"/>
                <a:cs typeface="Satoshi Variable"/>
              </a:defRPr>
            </a:lvl3pPr>
            <a:lvl4pPr algn="l">
              <a:defRPr sz="2475" b="0">
                <a:solidFill>
                  <a:srgbClr val="B7BCC1"/>
                </a:solidFill>
                <a:latin typeface="Satoshi Variable"/>
                <a:ea typeface="Satoshi Variable"/>
                <a:cs typeface="Satoshi Variable"/>
              </a:defRPr>
            </a:lvl4pPr>
            <a:lvl5pPr algn="l">
              <a:defRPr sz="2475" b="0">
                <a:solidFill>
                  <a:srgbClr val="B7BCC1"/>
                </a:solidFill>
                <a:latin typeface="Satoshi Variable"/>
                <a:ea typeface="Satoshi Variable"/>
                <a:cs typeface="Satoshi Variable"/>
              </a:defRPr>
            </a:lvl5pPr>
            <a:lvl6pPr algn="l">
              <a:defRPr sz="2475" b="0">
                <a:solidFill>
                  <a:srgbClr val="B7BCC1"/>
                </a:solidFill>
                <a:latin typeface="Satoshi Variable"/>
                <a:ea typeface="Satoshi Variable"/>
                <a:cs typeface="Satoshi Variable"/>
              </a:defRPr>
            </a:lvl6pPr>
            <a:lvl7pPr algn="l">
              <a:defRPr sz="2475" b="0">
                <a:solidFill>
                  <a:srgbClr val="B7BCC1"/>
                </a:solidFill>
                <a:latin typeface="Satoshi Variable"/>
                <a:ea typeface="Satoshi Variable"/>
                <a:cs typeface="Satoshi Variable"/>
              </a:defRPr>
            </a:lvl7pPr>
            <a:lvl8pPr algn="l">
              <a:defRPr sz="2475" b="0">
                <a:solidFill>
                  <a:srgbClr val="B7BCC1"/>
                </a:solidFill>
                <a:latin typeface="Satoshi Variable"/>
                <a:ea typeface="Satoshi Variable"/>
                <a:cs typeface="Satoshi Variable"/>
              </a:defRPr>
            </a:lvl8pPr>
            <a:lvl9pPr algn="l">
              <a:defRPr sz="2475" b="0">
                <a:solidFill>
                  <a:srgbClr val="B7BCC1"/>
                </a:solidFill>
                <a:latin typeface="Satoshi Variable"/>
                <a:ea typeface="Satoshi Variable"/>
                <a:cs typeface="Satoshi Variable"/>
              </a:defRPr>
            </a:lvl9pPr>
          </a:lstStyle>
          <a:p xmlns:a="http://schemas.openxmlformats.org/drawingml/2006/main">
            <a:pPr algn="l">
              <a:defRPr sz="2475" b="0">
                <a:solidFill>
                  <a:srgbClr val="B7BCC1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475" b="0">
                <a:solidFill>
                  <a:srgbClr val="B7BCC1"/>
                </a:solidFill>
                <a:latin typeface="Satoshi Variable"/>
                <a:ea typeface="Satoshi Variable"/>
                <a:cs typeface="Satoshi Variable"/>
              </a:rPr>
              <a:t>All the existing projects had slipped by more than a quarter.</a:t>
            </a:r>
          </a:p>
        </p:txBody>
      </p:sp>
      <p:sp>
        <p:nvSpPr>
          <p:cNvPr id="3" name="Slide number">
            <a:extLst xmlns:a="http://schemas.openxmlformats.org/drawingml/2006/main">
              <a:ext uri="{FF2B5EF4-FFF2-40B4-BE49-F238E27FC236}">
                <a16:creationId xmlns:a16="http://schemas.microsoft.com/office/drawing/2014/main" id="{1E98FE1B-C3CE-4537-BE63-2591917B2F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48425"/>
            <a:ext cx="523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1425" b="0">
                <a:solidFill>
                  <a:srgbClr val="B7BCC1"/>
                </a:solidFill>
                <a:latin typeface="Satoshi Variable"/>
                <a:ea typeface="Satoshi Variable"/>
                <a:cs typeface="Satoshi Variable"/>
              </a:defRPr>
            </a:defPPr>
            <a:lvl1pPr algn="l">
              <a:defRPr sz="1425" b="0">
                <a:solidFill>
                  <a:srgbClr val="B7BCC1"/>
                </a:solidFill>
                <a:latin typeface="Satoshi Variable"/>
                <a:ea typeface="Satoshi Variable"/>
                <a:cs typeface="Satoshi Variable"/>
              </a:defRPr>
            </a:lvl1pPr>
            <a:lvl2pPr algn="l">
              <a:defRPr sz="1425" b="0">
                <a:solidFill>
                  <a:srgbClr val="B7BCC1"/>
                </a:solidFill>
                <a:latin typeface="Satoshi Variable"/>
                <a:ea typeface="Satoshi Variable"/>
                <a:cs typeface="Satoshi Variable"/>
              </a:defRPr>
            </a:lvl2pPr>
            <a:lvl3pPr algn="l">
              <a:defRPr sz="1425" b="0">
                <a:solidFill>
                  <a:srgbClr val="B7BCC1"/>
                </a:solidFill>
                <a:latin typeface="Satoshi Variable"/>
                <a:ea typeface="Satoshi Variable"/>
                <a:cs typeface="Satoshi Variable"/>
              </a:defRPr>
            </a:lvl3pPr>
            <a:lvl4pPr algn="l">
              <a:defRPr sz="1425" b="0">
                <a:solidFill>
                  <a:srgbClr val="B7BCC1"/>
                </a:solidFill>
                <a:latin typeface="Satoshi Variable"/>
                <a:ea typeface="Satoshi Variable"/>
                <a:cs typeface="Satoshi Variable"/>
              </a:defRPr>
            </a:lvl4pPr>
            <a:lvl5pPr algn="l">
              <a:defRPr sz="1425" b="0">
                <a:solidFill>
                  <a:srgbClr val="B7BCC1"/>
                </a:solidFill>
                <a:latin typeface="Satoshi Variable"/>
                <a:ea typeface="Satoshi Variable"/>
                <a:cs typeface="Satoshi Variable"/>
              </a:defRPr>
            </a:lvl5pPr>
            <a:lvl6pPr algn="l">
              <a:defRPr sz="1425" b="0">
                <a:solidFill>
                  <a:srgbClr val="B7BCC1"/>
                </a:solidFill>
                <a:latin typeface="Satoshi Variable"/>
                <a:ea typeface="Satoshi Variable"/>
                <a:cs typeface="Satoshi Variable"/>
              </a:defRPr>
            </a:lvl6pPr>
            <a:lvl7pPr algn="l">
              <a:defRPr sz="1425" b="0">
                <a:solidFill>
                  <a:srgbClr val="B7BCC1"/>
                </a:solidFill>
                <a:latin typeface="Satoshi Variable"/>
                <a:ea typeface="Satoshi Variable"/>
                <a:cs typeface="Satoshi Variable"/>
              </a:defRPr>
            </a:lvl7pPr>
            <a:lvl8pPr algn="l">
              <a:defRPr sz="1425" b="0">
                <a:solidFill>
                  <a:srgbClr val="B7BCC1"/>
                </a:solidFill>
                <a:latin typeface="Satoshi Variable"/>
                <a:ea typeface="Satoshi Variable"/>
                <a:cs typeface="Satoshi Variable"/>
              </a:defRPr>
            </a:lvl8pPr>
            <a:lvl9pPr algn="l">
              <a:defRPr sz="1425" b="0">
                <a:solidFill>
                  <a:srgbClr val="B7BCC1"/>
                </a:solidFill>
                <a:latin typeface="Satoshi Variable"/>
                <a:ea typeface="Satoshi Variable"/>
                <a:cs typeface="Satoshi Variable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B7BCC1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425" b="0">
                <a:solidFill>
                  <a:srgbClr val="B7BCC1"/>
                </a:solidFill>
                <a:latin typeface="Satoshi Variable"/>
                <a:ea typeface="Satoshi Variable"/>
                <a:cs typeface="Satoshi Variable"/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789532904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5F2E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4A490EE-677D-4B22-8542-36AE7262B383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e66ed9e24b442e7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276850" y="847725"/>
            <a:ext cx="1638300" cy="1638300"/>
          </a:xfrm>
          <a:prstGeom xmlns:a="http://schemas.openxmlformats.org/drawingml/2006/main" prst="ellipse">
            <a:avLst/>
          </a:prstGeom>
        </p:spPr>
      </p:pic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E7FC9B13-65A1-4BFE-BEA1-59ABCB9158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57475"/>
            <a:ext cx="10668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ctr">
              <a:defRPr sz="6450" b="0">
                <a:solidFill>
                  <a:srgbClr val="15181B"/>
                </a:solidFill>
                <a:latin typeface="Newsreader"/>
                <a:ea typeface="Newsreader"/>
                <a:cs typeface="Newsreader"/>
              </a:defRPr>
            </a:defPPr>
            <a:lvl1pPr algn="ctr">
              <a:defRPr sz="6450" b="0">
                <a:solidFill>
                  <a:srgbClr val="15181B"/>
                </a:solidFill>
                <a:latin typeface="Newsreader"/>
                <a:ea typeface="Newsreader"/>
                <a:cs typeface="Newsreader"/>
              </a:defRPr>
            </a:lvl1pPr>
            <a:lvl2pPr algn="ctr">
              <a:defRPr sz="6450" b="0">
                <a:solidFill>
                  <a:srgbClr val="15181B"/>
                </a:solidFill>
                <a:latin typeface="Newsreader"/>
                <a:ea typeface="Newsreader"/>
                <a:cs typeface="Newsreader"/>
              </a:defRPr>
            </a:lvl2pPr>
            <a:lvl3pPr algn="ctr">
              <a:defRPr sz="6450" b="0">
                <a:solidFill>
                  <a:srgbClr val="15181B"/>
                </a:solidFill>
                <a:latin typeface="Newsreader"/>
                <a:ea typeface="Newsreader"/>
                <a:cs typeface="Newsreader"/>
              </a:defRPr>
            </a:lvl3pPr>
            <a:lvl4pPr algn="ctr">
              <a:defRPr sz="6450" b="0">
                <a:solidFill>
                  <a:srgbClr val="15181B"/>
                </a:solidFill>
                <a:latin typeface="Newsreader"/>
                <a:ea typeface="Newsreader"/>
                <a:cs typeface="Newsreader"/>
              </a:defRPr>
            </a:lvl4pPr>
            <a:lvl5pPr algn="ctr">
              <a:defRPr sz="6450" b="0">
                <a:solidFill>
                  <a:srgbClr val="15181B"/>
                </a:solidFill>
                <a:latin typeface="Newsreader"/>
                <a:ea typeface="Newsreader"/>
                <a:cs typeface="Newsreader"/>
              </a:defRPr>
            </a:lvl5pPr>
            <a:lvl6pPr algn="ctr">
              <a:defRPr sz="6450" b="0">
                <a:solidFill>
                  <a:srgbClr val="15181B"/>
                </a:solidFill>
                <a:latin typeface="Newsreader"/>
                <a:ea typeface="Newsreader"/>
                <a:cs typeface="Newsreader"/>
              </a:defRPr>
            </a:lvl6pPr>
            <a:lvl7pPr algn="ctr">
              <a:defRPr sz="6450" b="0">
                <a:solidFill>
                  <a:srgbClr val="15181B"/>
                </a:solidFill>
                <a:latin typeface="Newsreader"/>
                <a:ea typeface="Newsreader"/>
                <a:cs typeface="Newsreader"/>
              </a:defRPr>
            </a:lvl7pPr>
            <a:lvl8pPr algn="ctr">
              <a:defRPr sz="6450" b="0">
                <a:solidFill>
                  <a:srgbClr val="15181B"/>
                </a:solidFill>
                <a:latin typeface="Newsreader"/>
                <a:ea typeface="Newsreader"/>
                <a:cs typeface="Newsreader"/>
              </a:defRPr>
            </a:lvl8pPr>
            <a:lvl9pPr algn="ctr">
              <a:defRPr sz="6450" b="0">
                <a:solidFill>
                  <a:srgbClr val="15181B"/>
                </a:solidFill>
                <a:latin typeface="Newsreader"/>
                <a:ea typeface="Newsreader"/>
                <a:cs typeface="Newsreader"/>
              </a:defRPr>
            </a:lvl9pPr>
          </a:lstStyle>
          <a:p xmlns:a="http://schemas.openxmlformats.org/drawingml/2006/main">
            <a:pPr algn="ctr">
              <a:defRPr sz="6450" b="0">
                <a:solidFill>
                  <a:srgbClr val="15181B"/>
                </a:solidFill>
                <a:latin typeface="Newsreader"/>
                <a:ea typeface="Newsreader"/>
                <a:cs typeface="Newsreader"/>
              </a:defRPr>
            </a:pPr>
            <a:r>
              <a:rPr sz="6450" b="0">
                <a:solidFill>
                  <a:srgbClr val="15181B"/>
                </a:solidFill>
                <a:latin typeface="Newsreader"/>
                <a:ea typeface="Newsreader"/>
                <a:cs typeface="Newsreader"/>
              </a:rPr>
              <a:t>John Adib</a:t>
            </a:r>
          </a:p>
        </p:txBody>
      </p:sp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F08B65E7-CC70-466A-8487-85FABF3B9B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667125"/>
            <a:ext cx="10668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ctr">
              <a:defRPr sz="3300" b="0">
                <a:solidFill>
                  <a:srgbClr val="15181B"/>
                </a:solidFill>
                <a:latin typeface="Newsreader"/>
                <a:ea typeface="Newsreader"/>
                <a:cs typeface="Newsreader"/>
              </a:defRPr>
            </a:defPPr>
            <a:lvl1pPr algn="ctr">
              <a:defRPr sz="3300" b="0">
                <a:solidFill>
                  <a:srgbClr val="15181B"/>
                </a:solidFill>
                <a:latin typeface="Newsreader"/>
                <a:ea typeface="Newsreader"/>
                <a:cs typeface="Newsreader"/>
              </a:defRPr>
            </a:lvl1pPr>
            <a:lvl2pPr algn="ctr">
              <a:defRPr sz="3300" b="0">
                <a:solidFill>
                  <a:srgbClr val="15181B"/>
                </a:solidFill>
                <a:latin typeface="Newsreader"/>
                <a:ea typeface="Newsreader"/>
                <a:cs typeface="Newsreader"/>
              </a:defRPr>
            </a:lvl2pPr>
            <a:lvl3pPr algn="ctr">
              <a:defRPr sz="3300" b="0">
                <a:solidFill>
                  <a:srgbClr val="15181B"/>
                </a:solidFill>
                <a:latin typeface="Newsreader"/>
                <a:ea typeface="Newsreader"/>
                <a:cs typeface="Newsreader"/>
              </a:defRPr>
            </a:lvl3pPr>
            <a:lvl4pPr algn="ctr">
              <a:defRPr sz="3300" b="0">
                <a:solidFill>
                  <a:srgbClr val="15181B"/>
                </a:solidFill>
                <a:latin typeface="Newsreader"/>
                <a:ea typeface="Newsreader"/>
                <a:cs typeface="Newsreader"/>
              </a:defRPr>
            </a:lvl4pPr>
            <a:lvl5pPr algn="ctr">
              <a:defRPr sz="3300" b="0">
                <a:solidFill>
                  <a:srgbClr val="15181B"/>
                </a:solidFill>
                <a:latin typeface="Newsreader"/>
                <a:ea typeface="Newsreader"/>
                <a:cs typeface="Newsreader"/>
              </a:defRPr>
            </a:lvl5pPr>
            <a:lvl6pPr algn="ctr">
              <a:defRPr sz="3300" b="0">
                <a:solidFill>
                  <a:srgbClr val="15181B"/>
                </a:solidFill>
                <a:latin typeface="Newsreader"/>
                <a:ea typeface="Newsreader"/>
                <a:cs typeface="Newsreader"/>
              </a:defRPr>
            </a:lvl6pPr>
            <a:lvl7pPr algn="ctr">
              <a:defRPr sz="3300" b="0">
                <a:solidFill>
                  <a:srgbClr val="15181B"/>
                </a:solidFill>
                <a:latin typeface="Newsreader"/>
                <a:ea typeface="Newsreader"/>
                <a:cs typeface="Newsreader"/>
              </a:defRPr>
            </a:lvl7pPr>
            <a:lvl8pPr algn="ctr">
              <a:defRPr sz="3300" b="0">
                <a:solidFill>
                  <a:srgbClr val="15181B"/>
                </a:solidFill>
                <a:latin typeface="Newsreader"/>
                <a:ea typeface="Newsreader"/>
                <a:cs typeface="Newsreader"/>
              </a:defRPr>
            </a:lvl8pPr>
            <a:lvl9pPr algn="ctr">
              <a:defRPr sz="3300" b="0">
                <a:solidFill>
                  <a:srgbClr val="15181B"/>
                </a:solidFill>
                <a:latin typeface="Newsreader"/>
                <a:ea typeface="Newsreader"/>
                <a:cs typeface="Newsreader"/>
              </a:defRPr>
            </a:lvl9pPr>
          </a:lstStyle>
          <a:p xmlns:a="http://schemas.openxmlformats.org/drawingml/2006/main">
            <a:pPr algn="ctr">
              <a:defRPr sz="3300" b="0">
                <a:solidFill>
                  <a:srgbClr val="15181B"/>
                </a:solidFill>
                <a:latin typeface="Newsreader"/>
                <a:ea typeface="Newsreader"/>
                <a:cs typeface="Newsreader"/>
              </a:defRPr>
            </a:pPr>
            <a:r>
              <a:rPr sz="3300" b="0">
                <a:solidFill>
                  <a:srgbClr val="15181B"/>
                </a:solidFill>
                <a:latin typeface="Newsreader"/>
                <a:ea typeface="Newsreader"/>
                <a:cs typeface="Newsreader"/>
              </a:rPr>
              <a:t>The story of an EM in the era of AI</a:t>
            </a:r>
          </a:p>
        </p:txBody>
      </p:sp>
      <p:sp>
        <p:nvSpPr>
          <p:cNvPr id="4" name="Credentials">
            <a:extLst xmlns:a="http://schemas.openxmlformats.org/drawingml/2006/main">
              <a:ext uri="{FF2B5EF4-FFF2-40B4-BE49-F238E27FC236}">
                <a16:creationId xmlns:a16="http://schemas.microsoft.com/office/drawing/2014/main" id="{9634CAEB-90AE-4C5A-B225-8BB9D636FB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505325"/>
            <a:ext cx="10668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ctr">
              <a:defRPr sz="20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defPPr>
            <a:lvl1pPr algn="ctr">
              <a:defRPr sz="20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1pPr>
            <a:lvl2pPr algn="ctr">
              <a:defRPr sz="20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2pPr>
            <a:lvl3pPr algn="ctr">
              <a:defRPr sz="20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3pPr>
            <a:lvl4pPr algn="ctr">
              <a:defRPr sz="20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4pPr>
            <a:lvl5pPr algn="ctr">
              <a:defRPr sz="20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5pPr>
            <a:lvl6pPr algn="ctr">
              <a:defRPr sz="20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6pPr>
            <a:lvl7pPr algn="ctr">
              <a:defRPr sz="20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7pPr>
            <a:lvl8pPr algn="ctr">
              <a:defRPr sz="20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8pPr>
            <a:lvl9pPr algn="ctr">
              <a:defRPr sz="20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9pPr>
          </a:lstStyle>
          <a:p xmlns:a="http://schemas.openxmlformats.org/drawingml/2006/main">
            <a:pPr algn="ctr">
              <a:defRPr sz="20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0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rPr>
              <a:t>2× co-founder. Former CTO. Engineering leader and mentor.</a:t>
            </a:r>
          </a:p>
        </p:txBody>
      </p:sp>
      <p:sp>
        <p:nvSpPr>
          <p:cNvPr id="5" name="Experience">
            <a:extLst xmlns:a="http://schemas.openxmlformats.org/drawingml/2006/main">
              <a:ext uri="{FF2B5EF4-FFF2-40B4-BE49-F238E27FC236}">
                <a16:creationId xmlns:a16="http://schemas.microsoft.com/office/drawing/2014/main" id="{AF13C078-247A-4A45-8A23-01A36E604A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914900"/>
            <a:ext cx="10668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ctr">
              <a:defRPr sz="187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defPPr>
            <a:lvl1pPr algn="ctr">
              <a:defRPr sz="187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1pPr>
            <a:lvl2pPr algn="ctr">
              <a:defRPr sz="187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2pPr>
            <a:lvl3pPr algn="ctr">
              <a:defRPr sz="187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3pPr>
            <a:lvl4pPr algn="ctr">
              <a:defRPr sz="187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4pPr>
            <a:lvl5pPr algn="ctr">
              <a:defRPr sz="187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5pPr>
            <a:lvl6pPr algn="ctr">
              <a:defRPr sz="187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6pPr>
            <a:lvl7pPr algn="ctr">
              <a:defRPr sz="187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7pPr>
            <a:lvl8pPr algn="ctr">
              <a:defRPr sz="187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8pPr>
            <a:lvl9pPr algn="ctr">
              <a:defRPr sz="187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9pPr>
          </a:lstStyle>
          <a:p xmlns:a="http://schemas.openxmlformats.org/drawingml/2006/main">
            <a:pPr algn="ctr">
              <a:defRPr sz="187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87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rPr>
              <a:t>18 years building and improving systems. I love moving mountains.</a:t>
            </a:r>
          </a:p>
        </p:txBody>
      </p:sp>
      <p:sp>
        <p:nvSpPr>
          <p:cNvPr id="6" name="Website">
            <a:extLst xmlns:a="http://schemas.openxmlformats.org/drawingml/2006/main">
              <a:ext uri="{FF2B5EF4-FFF2-40B4-BE49-F238E27FC236}">
                <a16:creationId xmlns:a16="http://schemas.microsoft.com/office/drawing/2014/main" id="{919BC30E-87AA-4D08-8254-04C933B51F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619750"/>
            <a:ext cx="10668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ctr">
              <a:defRPr sz="187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defPPr>
            <a:lvl1pPr algn="ctr">
              <a:defRPr sz="187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1pPr>
            <a:lvl2pPr algn="ctr">
              <a:defRPr sz="187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2pPr>
            <a:lvl3pPr algn="ctr">
              <a:defRPr sz="187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3pPr>
            <a:lvl4pPr algn="ctr">
              <a:defRPr sz="187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4pPr>
            <a:lvl5pPr algn="ctr">
              <a:defRPr sz="187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5pPr>
            <a:lvl6pPr algn="ctr">
              <a:defRPr sz="187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6pPr>
            <a:lvl7pPr algn="ctr">
              <a:defRPr sz="187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7pPr>
            <a:lvl8pPr algn="ctr">
              <a:defRPr sz="187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8pPr>
            <a:lvl9pPr algn="ctr">
              <a:defRPr sz="187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9pPr>
          </a:lstStyle>
          <a:p xmlns:a="http://schemas.openxmlformats.org/drawingml/2006/main">
            <a:pPr algn="ctr">
              <a:defRPr sz="187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87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rPr>
              <a:t>MrAdib.com</a:t>
            </a:r>
          </a:p>
        </p:txBody>
      </p:sp>
      <p:sp>
        <p:nvSpPr>
          <p:cNvPr id="7" name="Slide number">
            <a:extLst xmlns:a="http://schemas.openxmlformats.org/drawingml/2006/main">
              <a:ext uri="{FF2B5EF4-FFF2-40B4-BE49-F238E27FC236}">
                <a16:creationId xmlns:a16="http://schemas.microsoft.com/office/drawing/2014/main" id="{3761184E-DC26-470C-9818-3F52B2A9C5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48425"/>
            <a:ext cx="523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defPPr>
            <a:lvl1pPr algn="l">
              <a:def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1pPr>
            <a:lvl2pPr algn="l">
              <a:def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2pPr>
            <a:lvl3pPr algn="l">
              <a:def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3pPr>
            <a:lvl4pPr algn="l">
              <a:def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4pPr>
            <a:lvl5pPr algn="l">
              <a:def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5pPr>
            <a:lvl6pPr algn="l">
              <a:def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6pPr>
            <a:lvl7pPr algn="l">
              <a:def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7pPr>
            <a:lvl8pPr algn="l">
              <a:def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8pPr>
            <a:lvl9pPr algn="l">
              <a:def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1029391177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E7EC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Active section">
            <a:extLst xmlns:a="http://schemas.openxmlformats.org/drawingml/2006/main">
              <a:ext uri="{FF2B5EF4-FFF2-40B4-BE49-F238E27FC236}">
                <a16:creationId xmlns:a16="http://schemas.microsoft.com/office/drawing/2014/main" id="{0F276A9D-3AAE-4396-91B7-00AB722194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790575"/>
            <a:ext cx="9144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2550" b="1">
                <a:solidFill>
                  <a:srgbClr val="17243B"/>
                </a:solidFill>
                <a:latin typeface="Newsreader"/>
                <a:ea typeface="Newsreader"/>
                <a:cs typeface="Newsreader"/>
              </a:defRPr>
            </a:defPPr>
            <a:lvl1pPr algn="l">
              <a:defRPr sz="2550" b="1">
                <a:solidFill>
                  <a:srgbClr val="17243B"/>
                </a:solidFill>
                <a:latin typeface="Newsreader"/>
                <a:ea typeface="Newsreader"/>
                <a:cs typeface="Newsreader"/>
              </a:defRPr>
            </a:lvl1pPr>
            <a:lvl2pPr algn="l">
              <a:defRPr sz="2550" b="1">
                <a:solidFill>
                  <a:srgbClr val="17243B"/>
                </a:solidFill>
                <a:latin typeface="Newsreader"/>
                <a:ea typeface="Newsreader"/>
                <a:cs typeface="Newsreader"/>
              </a:defRPr>
            </a:lvl2pPr>
            <a:lvl3pPr algn="l">
              <a:defRPr sz="2550" b="1">
                <a:solidFill>
                  <a:srgbClr val="17243B"/>
                </a:solidFill>
                <a:latin typeface="Newsreader"/>
                <a:ea typeface="Newsreader"/>
                <a:cs typeface="Newsreader"/>
              </a:defRPr>
            </a:lvl3pPr>
            <a:lvl4pPr algn="l">
              <a:defRPr sz="2550" b="1">
                <a:solidFill>
                  <a:srgbClr val="17243B"/>
                </a:solidFill>
                <a:latin typeface="Newsreader"/>
                <a:ea typeface="Newsreader"/>
                <a:cs typeface="Newsreader"/>
              </a:defRPr>
            </a:lvl4pPr>
            <a:lvl5pPr algn="l">
              <a:defRPr sz="2550" b="1">
                <a:solidFill>
                  <a:srgbClr val="17243B"/>
                </a:solidFill>
                <a:latin typeface="Newsreader"/>
                <a:ea typeface="Newsreader"/>
                <a:cs typeface="Newsreader"/>
              </a:defRPr>
            </a:lvl5pPr>
            <a:lvl6pPr algn="l">
              <a:defRPr sz="2550" b="1">
                <a:solidFill>
                  <a:srgbClr val="17243B"/>
                </a:solidFill>
                <a:latin typeface="Newsreader"/>
                <a:ea typeface="Newsreader"/>
                <a:cs typeface="Newsreader"/>
              </a:defRPr>
            </a:lvl6pPr>
            <a:lvl7pPr algn="l">
              <a:defRPr sz="2550" b="1">
                <a:solidFill>
                  <a:srgbClr val="17243B"/>
                </a:solidFill>
                <a:latin typeface="Newsreader"/>
                <a:ea typeface="Newsreader"/>
                <a:cs typeface="Newsreader"/>
              </a:defRPr>
            </a:lvl7pPr>
            <a:lvl8pPr algn="l">
              <a:defRPr sz="2550" b="1">
                <a:solidFill>
                  <a:srgbClr val="17243B"/>
                </a:solidFill>
                <a:latin typeface="Newsreader"/>
                <a:ea typeface="Newsreader"/>
                <a:cs typeface="Newsreader"/>
              </a:defRPr>
            </a:lvl8pPr>
            <a:lvl9pPr algn="l">
              <a:defRPr sz="2550" b="1">
                <a:solidFill>
                  <a:srgbClr val="17243B"/>
                </a:solidFill>
                <a:latin typeface="Newsreader"/>
                <a:ea typeface="Newsreader"/>
                <a:cs typeface="Newsreader"/>
              </a:defRPr>
            </a:lvl9pPr>
          </a:lstStyle>
          <a:p xmlns:a="http://schemas.openxmlformats.org/drawingml/2006/main">
            <a:pPr algn="l">
              <a:defRPr sz="2550" b="1">
                <a:solidFill>
                  <a:srgbClr val="17243B"/>
                </a:solidFill>
                <a:latin typeface="Newsreader"/>
                <a:ea typeface="Newsreader"/>
                <a:cs typeface="Newsreader"/>
              </a:defRPr>
            </a:pPr>
            <a:r>
              <a:rPr sz="2550" b="1">
                <a:solidFill>
                  <a:srgbClr val="17243B"/>
                </a:solidFill>
                <a:latin typeface="Newsreader"/>
                <a:ea typeface="Newsreader"/>
                <a:cs typeface="Newsreader"/>
              </a:rPr>
              <a:t>01  Skills</a:t>
            </a:r>
          </a:p>
        </p:txBody>
      </p:sp>
      <p:sp>
        <p:nvSpPr>
          <p:cNvPr id="2" name="Section description 0">
            <a:extLst xmlns:a="http://schemas.openxmlformats.org/drawingml/2006/main">
              <a:ext uri="{FF2B5EF4-FFF2-40B4-BE49-F238E27FC236}">
                <a16:creationId xmlns:a16="http://schemas.microsoft.com/office/drawing/2014/main" id="{C1942863-6B4F-4F50-8D72-162CE12BCB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38375" y="1190625"/>
            <a:ext cx="857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defPPr>
            <a:lvl1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1pPr>
            <a:lvl2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2pPr>
            <a:lvl3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3pPr>
            <a:lvl4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4pPr>
            <a:lvl5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5pPr>
            <a:lvl6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6pPr>
            <a:lvl7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7pPr>
            <a:lvl8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8pPr>
            <a:lvl9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9pPr>
          </a:lstStyle>
          <a:p xmlns:a="http://schemas.openxmlformats.org/drawingml/2006/main">
            <a: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rPr>
              <a:t>Make good engineering habits repeatable.</a:t>
            </a:r>
          </a:p>
        </p:txBody>
      </p:sp>
      <p:pic>
        <p:nvPic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BF9DBA5-9CED-4345-9048-4F7ACA3C1FBD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9260bdcff9e49e0"/>
          <a:stretch xmlns:a="http://schemas.openxmlformats.org/drawingml/2006/main"/>
        </p:blipFill>
        <p:spPr>
          <a:xfrm xmlns:a="http://schemas.openxmlformats.org/drawingml/2006/main">
            <a:off x="1333500" y="1362075"/>
            <a:ext cx="9334500" cy="1143000"/>
          </a:xfrm>
          <a:prstGeom xmlns:a="http://schemas.openxmlformats.org/drawingml/2006/main" prst="rect">
            <a:avLst/>
          </a:prstGeom>
        </p:spPr>
      </p:pic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5EC23D5-6357-45AD-BFD7-F8442106B75C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cb04420e71349d4"/>
          <a:stretch xmlns:a="http://schemas.openxmlformats.org/drawingml/2006/main"/>
        </p:blipFill>
        <p:spPr>
          <a:xfrm xmlns:a="http://schemas.openxmlformats.org/drawingml/2006/main">
            <a:off x="1333500" y="2124075"/>
            <a:ext cx="9334500" cy="1143000"/>
          </a:xfrm>
          <a:prstGeom xmlns:a="http://schemas.openxmlformats.org/drawingml/2006/main" prst="rect">
            <a:avLst/>
          </a:prstGeom>
        </p:spPr>
      </p:pic>
      <p:pic>
        <p:nvPic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53F61E5-E641-413A-AB42-AF0BFC9B2C27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8c9dfaf4f5d4db7"/>
          <a:stretch xmlns:a="http://schemas.openxmlformats.org/drawingml/2006/main"/>
        </p:blipFill>
        <p:spPr>
          <a:xfrm xmlns:a="http://schemas.openxmlformats.org/drawingml/2006/main">
            <a:off x="1333500" y="2886075"/>
            <a:ext cx="9334500" cy="1143000"/>
          </a:xfrm>
          <a:prstGeom xmlns:a="http://schemas.openxmlformats.org/drawingml/2006/main" prst="rect">
            <a:avLst/>
          </a:prstGeom>
        </p:spPr>
      </p:pic>
      <p:pic>
        <p:nvPic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68ECF3E-C1BE-46A2-A1D8-6806D15CDA74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23bcb66978d4b29"/>
          <a:stretch xmlns:a="http://schemas.openxmlformats.org/drawingml/2006/main"/>
        </p:blipFill>
        <p:spPr>
          <a:xfrm xmlns:a="http://schemas.openxmlformats.org/drawingml/2006/main">
            <a:off x="1333500" y="3648075"/>
            <a:ext cx="9334500" cy="1143000"/>
          </a:xfrm>
          <a:prstGeom xmlns:a="http://schemas.openxmlformats.org/drawingml/2006/main" prst="rect">
            <a:avLst/>
          </a:prstGeom>
        </p:spPr>
      </p:pic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6A1EF8F-C872-4C15-A1A5-7B391607B86B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87b06c4503f4fa0"/>
          <a:stretch xmlns:a="http://schemas.openxmlformats.org/drawingml/2006/main"/>
        </p:blipFill>
        <p:spPr>
          <a:xfrm xmlns:a="http://schemas.openxmlformats.org/drawingml/2006/main">
            <a:off x="1333500" y="4410075"/>
            <a:ext cx="9334500" cy="1143000"/>
          </a:xfrm>
          <a:prstGeom xmlns:a="http://schemas.openxmlformats.org/drawingml/2006/main" prst="rect">
            <a:avLst/>
          </a:prstGeom>
        </p:spPr>
      </p:pic>
      <p:pic>
        <p:nvPic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924613C-633D-4724-8512-205DDB45C01F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24ac90034d64eee"/>
          <a:stretch xmlns:a="http://schemas.openxmlformats.org/drawingml/2006/main"/>
        </p:blipFill>
        <p:spPr>
          <a:xfrm xmlns:a="http://schemas.openxmlformats.org/drawingml/2006/main">
            <a:off x="1333500" y="5172075"/>
            <a:ext cx="9334500" cy="1143000"/>
          </a:xfrm>
          <a:prstGeom xmlns:a="http://schemas.openxmlformats.org/drawingml/2006/main" prst="rect">
            <a:avLst/>
          </a:prstGeom>
        </p:spPr>
      </p:pic>
      <p:sp>
        <p:nvSpPr>
          <p:cNvPr id="9" name="Slide number">
            <a:extLst xmlns:a="http://schemas.openxmlformats.org/drawingml/2006/main">
              <a:ext uri="{FF2B5EF4-FFF2-40B4-BE49-F238E27FC236}">
                <a16:creationId xmlns:a16="http://schemas.microsoft.com/office/drawing/2014/main" id="{EAC49762-9CA6-4C70-A391-EC39E700B5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48425"/>
            <a:ext cx="523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14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defPPr>
            <a:lvl1pPr algn="l">
              <a:defRPr sz="14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1pPr>
            <a:lvl2pPr algn="l">
              <a:defRPr sz="14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2pPr>
            <a:lvl3pPr algn="l">
              <a:defRPr sz="14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3pPr>
            <a:lvl4pPr algn="l">
              <a:defRPr sz="14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4pPr>
            <a:lvl5pPr algn="l">
              <a:defRPr sz="14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5pPr>
            <a:lvl6pPr algn="l">
              <a:defRPr sz="14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6pPr>
            <a:lvl7pPr algn="l">
              <a:defRPr sz="14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7pPr>
            <a:lvl8pPr algn="l">
              <a:defRPr sz="14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8pPr>
            <a:lvl9pPr algn="l">
              <a:defRPr sz="14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4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rPr>
              <a:t>08</a:t>
            </a:r>
          </a:p>
        </p:txBody>
      </p:sp>
    </p:spTree>
    <p:extLst>
      <p:ext uri="{BB962C8B-B14F-4D97-AF65-F5344CB8AC3E}">
        <p14:creationId xmlns:p14="http://schemas.microsoft.com/office/powerpoint/2010/main" val="1874851322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5F2E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Title">
            <a:extLst xmlns:a="http://schemas.openxmlformats.org/drawingml/2006/main">
              <a:ext uri="{FF2B5EF4-FFF2-40B4-BE49-F238E27FC236}">
                <a16:creationId xmlns:a16="http://schemas.microsoft.com/office/drawing/2014/main" id="{1AC76F9B-68D3-476D-B83B-1B07F519E7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19125"/>
            <a:ext cx="106680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4500" b="0">
                <a:solidFill>
                  <a:srgbClr val="15181B"/>
                </a:solidFill>
                <a:latin typeface="Newsreader"/>
                <a:ea typeface="Newsreader"/>
                <a:cs typeface="Newsreader"/>
              </a:defRPr>
            </a:defPPr>
            <a:lvl1pPr algn="l">
              <a:defRPr sz="4500" b="0">
                <a:solidFill>
                  <a:srgbClr val="15181B"/>
                </a:solidFill>
                <a:latin typeface="Newsreader"/>
                <a:ea typeface="Newsreader"/>
                <a:cs typeface="Newsreader"/>
              </a:defRPr>
            </a:lvl1pPr>
            <a:lvl2pPr algn="l">
              <a:defRPr sz="4500" b="0">
                <a:solidFill>
                  <a:srgbClr val="15181B"/>
                </a:solidFill>
                <a:latin typeface="Newsreader"/>
                <a:ea typeface="Newsreader"/>
                <a:cs typeface="Newsreader"/>
              </a:defRPr>
            </a:lvl2pPr>
            <a:lvl3pPr algn="l">
              <a:defRPr sz="4500" b="0">
                <a:solidFill>
                  <a:srgbClr val="15181B"/>
                </a:solidFill>
                <a:latin typeface="Newsreader"/>
                <a:ea typeface="Newsreader"/>
                <a:cs typeface="Newsreader"/>
              </a:defRPr>
            </a:lvl3pPr>
            <a:lvl4pPr algn="l">
              <a:defRPr sz="4500" b="0">
                <a:solidFill>
                  <a:srgbClr val="15181B"/>
                </a:solidFill>
                <a:latin typeface="Newsreader"/>
                <a:ea typeface="Newsreader"/>
                <a:cs typeface="Newsreader"/>
              </a:defRPr>
            </a:lvl4pPr>
            <a:lvl5pPr algn="l">
              <a:defRPr sz="4500" b="0">
                <a:solidFill>
                  <a:srgbClr val="15181B"/>
                </a:solidFill>
                <a:latin typeface="Newsreader"/>
                <a:ea typeface="Newsreader"/>
                <a:cs typeface="Newsreader"/>
              </a:defRPr>
            </a:lvl5pPr>
            <a:lvl6pPr algn="l">
              <a:defRPr sz="4500" b="0">
                <a:solidFill>
                  <a:srgbClr val="15181B"/>
                </a:solidFill>
                <a:latin typeface="Newsreader"/>
                <a:ea typeface="Newsreader"/>
                <a:cs typeface="Newsreader"/>
              </a:defRPr>
            </a:lvl6pPr>
            <a:lvl7pPr algn="l">
              <a:defRPr sz="4500" b="0">
                <a:solidFill>
                  <a:srgbClr val="15181B"/>
                </a:solidFill>
                <a:latin typeface="Newsreader"/>
                <a:ea typeface="Newsreader"/>
                <a:cs typeface="Newsreader"/>
              </a:defRPr>
            </a:lvl7pPr>
            <a:lvl8pPr algn="l">
              <a:defRPr sz="4500" b="0">
                <a:solidFill>
                  <a:srgbClr val="15181B"/>
                </a:solidFill>
                <a:latin typeface="Newsreader"/>
                <a:ea typeface="Newsreader"/>
                <a:cs typeface="Newsreader"/>
              </a:defRPr>
            </a:lvl8pPr>
            <a:lvl9pPr algn="l">
              <a:defRPr sz="4500" b="0">
                <a:solidFill>
                  <a:srgbClr val="15181B"/>
                </a:solidFill>
                <a:latin typeface="Newsreader"/>
                <a:ea typeface="Newsreader"/>
                <a:cs typeface="Newsreader"/>
              </a:defRPr>
            </a:lvl9pPr>
          </a:lstStyle>
          <a:p xmlns:a="http://schemas.openxmlformats.org/drawingml/2006/main">
            <a:pPr algn="l">
              <a:defRPr sz="4500" b="0">
                <a:solidFill>
                  <a:srgbClr val="15181B"/>
                </a:solidFill>
                <a:latin typeface="Newsreader"/>
                <a:ea typeface="Newsreader"/>
                <a:cs typeface="Newsreader"/>
              </a:defRPr>
            </a:pPr>
            <a:r>
              <a:rPr sz="4500" b="0">
                <a:solidFill>
                  <a:srgbClr val="15181B"/>
                </a:solidFill>
                <a:latin typeface="Newsreader"/>
                <a:ea typeface="Newsreader"/>
                <a:cs typeface="Newsreader"/>
              </a:rPr>
              <a:t>Eight skills. One development loop.</a:t>
            </a:r>
          </a:p>
        </p:txBody>
      </p:sp>
      <p:sp>
        <p:nvSpPr>
          <p:cNvPr id="2" name="text">
            <a:extLst xmlns:a="http://schemas.openxmlformats.org/drawingml/2006/main">
              <a:ext uri="{FF2B5EF4-FFF2-40B4-BE49-F238E27FC236}">
                <a16:creationId xmlns:a16="http://schemas.microsoft.com/office/drawing/2014/main" id="{D6960E1F-6689-4A6D-B0F5-4CC6475779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581150"/>
            <a:ext cx="10477500" cy="695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225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defPPr>
            <a:lvl1pPr algn="l">
              <a:defRPr sz="225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1pPr>
            <a:lvl2pPr algn="l">
              <a:defRPr sz="225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2pPr>
            <a:lvl3pPr algn="l">
              <a:defRPr sz="225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3pPr>
            <a:lvl4pPr algn="l">
              <a:defRPr sz="225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4pPr>
            <a:lvl5pPr algn="l">
              <a:defRPr sz="225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5pPr>
            <a:lvl6pPr algn="l">
              <a:defRPr sz="225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6pPr>
            <a:lvl7pPr algn="l">
              <a:defRPr sz="225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7pPr>
            <a:lvl8pPr algn="l">
              <a:defRPr sz="225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8pPr>
            <a:lvl9pPr algn="l">
              <a:defRPr sz="225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9pPr>
          </a:lstStyle>
          <a:p xmlns:a="http://schemas.openxmlformats.org/drawingml/2006/main">
            <a:pPr algn="l">
              <a:defRPr sz="225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25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rPr>
              <a:t>Each skill has a responsibility and an output.</a:t>
            </a:r>
          </a:p>
        </p:txBody>
      </p:sp>
      <p:sp>
        <p:nvSpPr>
          <p:cNvPr id="3" name="text">
            <a:extLst xmlns:a="http://schemas.openxmlformats.org/drawingml/2006/main">
              <a:ext uri="{FF2B5EF4-FFF2-40B4-BE49-F238E27FC236}">
                <a16:creationId xmlns:a16="http://schemas.microsoft.com/office/drawing/2014/main" id="{E55FE695-37B2-4427-83BF-E8EF506F35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495550"/>
            <a:ext cx="50958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255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defPPr>
            <a:lvl1pPr algn="l">
              <a:defRPr sz="255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1pPr>
            <a:lvl2pPr algn="l">
              <a:defRPr sz="255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2pPr>
            <a:lvl3pPr algn="l">
              <a:defRPr sz="255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3pPr>
            <a:lvl4pPr algn="l">
              <a:defRPr sz="255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4pPr>
            <a:lvl5pPr algn="l">
              <a:defRPr sz="255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5pPr>
            <a:lvl6pPr algn="l">
              <a:defRPr sz="255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6pPr>
            <a:lvl7pPr algn="l">
              <a:defRPr sz="255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7pPr>
            <a:lvl8pPr algn="l">
              <a:defRPr sz="255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8pPr>
            <a:lvl9pPr algn="l">
              <a:defRPr sz="255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9pPr>
          </a:lstStyle>
          <a:p xmlns:a="http://schemas.openxmlformats.org/drawingml/2006/main">
            <a:pPr algn="l">
              <a:defRPr sz="255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55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rPr>
              <a:t>cook</a:t>
            </a:r>
          </a:p>
        </p:txBody>
      </p:sp>
      <p:sp>
        <p:nvSpPr>
          <p:cNvPr id="4" name="text">
            <a:extLst xmlns:a="http://schemas.openxmlformats.org/drawingml/2006/main">
              <a:ext uri="{FF2B5EF4-FFF2-40B4-BE49-F238E27FC236}">
                <a16:creationId xmlns:a16="http://schemas.microsoft.com/office/drawing/2014/main" id="{3F45A2C9-5AFB-404E-8B26-F5CD4DAC9D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914650"/>
            <a:ext cx="4953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187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defPPr>
            <a:lvl1pPr algn="l">
              <a:defRPr sz="187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1pPr>
            <a:lvl2pPr algn="l">
              <a:defRPr sz="187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2pPr>
            <a:lvl3pPr algn="l">
              <a:defRPr sz="187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3pPr>
            <a:lvl4pPr algn="l">
              <a:defRPr sz="187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4pPr>
            <a:lvl5pPr algn="l">
              <a:defRPr sz="187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5pPr>
            <a:lvl6pPr algn="l">
              <a:defRPr sz="187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6pPr>
            <a:lvl7pPr algn="l">
              <a:defRPr sz="187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7pPr>
            <a:lvl8pPr algn="l">
              <a:defRPr sz="187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8pPr>
            <a:lvl9pPr algn="l">
              <a:defRPr sz="187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9pPr>
          </a:lstStyle>
          <a:p xmlns:a="http://schemas.openxmlformats.org/drawingml/2006/main">
            <a:pPr algn="l">
              <a:defRPr sz="187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87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rPr>
              <a:t>Coordinates the task</a:t>
            </a:r>
          </a:p>
        </p:txBody>
      </p:sp>
      <p:sp>
        <p:nvSpPr>
          <p:cNvPr id="5" name="text">
            <a:extLst xmlns:a="http://schemas.openxmlformats.org/drawingml/2006/main">
              <a:ext uri="{FF2B5EF4-FFF2-40B4-BE49-F238E27FC236}">
                <a16:creationId xmlns:a16="http://schemas.microsoft.com/office/drawing/2014/main" id="{980B636C-8B2E-4543-BBD9-3B5DFBE8FB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495550"/>
            <a:ext cx="50958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255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defPPr>
            <a:lvl1pPr algn="l">
              <a:defRPr sz="255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1pPr>
            <a:lvl2pPr algn="l">
              <a:defRPr sz="255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2pPr>
            <a:lvl3pPr algn="l">
              <a:defRPr sz="255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3pPr>
            <a:lvl4pPr algn="l">
              <a:defRPr sz="255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4pPr>
            <a:lvl5pPr algn="l">
              <a:defRPr sz="255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5pPr>
            <a:lvl6pPr algn="l">
              <a:defRPr sz="255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6pPr>
            <a:lvl7pPr algn="l">
              <a:defRPr sz="255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7pPr>
            <a:lvl8pPr algn="l">
              <a:defRPr sz="255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8pPr>
            <a:lvl9pPr algn="l">
              <a:defRPr sz="255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9pPr>
          </a:lstStyle>
          <a:p xmlns:a="http://schemas.openxmlformats.org/drawingml/2006/main">
            <a:pPr algn="l">
              <a:defRPr sz="255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55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rPr>
              <a:t>sherlock</a:t>
            </a:r>
          </a:p>
        </p:txBody>
      </p:sp>
      <p:sp>
        <p:nvSpPr>
          <p:cNvPr id="6" name="text">
            <a:extLst xmlns:a="http://schemas.openxmlformats.org/drawingml/2006/main">
              <a:ext uri="{FF2B5EF4-FFF2-40B4-BE49-F238E27FC236}">
                <a16:creationId xmlns:a16="http://schemas.microsoft.com/office/drawing/2014/main" id="{6011B2AD-6FAA-4B0C-BA80-9B3DD10E5B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914650"/>
            <a:ext cx="4953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187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defPPr>
            <a:lvl1pPr algn="l">
              <a:defRPr sz="187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1pPr>
            <a:lvl2pPr algn="l">
              <a:defRPr sz="187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2pPr>
            <a:lvl3pPr algn="l">
              <a:defRPr sz="187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3pPr>
            <a:lvl4pPr algn="l">
              <a:defRPr sz="187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4pPr>
            <a:lvl5pPr algn="l">
              <a:defRPr sz="187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5pPr>
            <a:lvl6pPr algn="l">
              <a:defRPr sz="187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6pPr>
            <a:lvl7pPr algn="l">
              <a:defRPr sz="187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7pPr>
            <a:lvl8pPr algn="l">
              <a:defRPr sz="187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8pPr>
            <a:lvl9pPr algn="l">
              <a:defRPr sz="187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9pPr>
          </a:lstStyle>
          <a:p xmlns:a="http://schemas.openxmlformats.org/drawingml/2006/main">
            <a:pPr algn="l">
              <a:defRPr sz="187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87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rPr>
              <a:t>Discovers the repository</a:t>
            </a:r>
          </a:p>
        </p:txBody>
      </p:sp>
      <p:sp>
        <p:nvSpPr>
          <p:cNvPr id="7" name="text">
            <a:extLst xmlns:a="http://schemas.openxmlformats.org/drawingml/2006/main">
              <a:ext uri="{FF2B5EF4-FFF2-40B4-BE49-F238E27FC236}">
                <a16:creationId xmlns:a16="http://schemas.microsoft.com/office/drawing/2014/main" id="{22F5F14D-2C0B-41D1-B3F8-11641F8897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409950"/>
            <a:ext cx="50958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255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defPPr>
            <a:lvl1pPr algn="l">
              <a:defRPr sz="255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1pPr>
            <a:lvl2pPr algn="l">
              <a:defRPr sz="255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2pPr>
            <a:lvl3pPr algn="l">
              <a:defRPr sz="255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3pPr>
            <a:lvl4pPr algn="l">
              <a:defRPr sz="255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4pPr>
            <a:lvl5pPr algn="l">
              <a:defRPr sz="255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5pPr>
            <a:lvl6pPr algn="l">
              <a:defRPr sz="255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6pPr>
            <a:lvl7pPr algn="l">
              <a:defRPr sz="255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7pPr>
            <a:lvl8pPr algn="l">
              <a:defRPr sz="255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8pPr>
            <a:lvl9pPr algn="l">
              <a:defRPr sz="255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9pPr>
          </a:lstStyle>
          <a:p xmlns:a="http://schemas.openxmlformats.org/drawingml/2006/main">
            <a:pPr algn="l">
              <a:defRPr sz="255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55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rPr>
              <a:t>dig</a:t>
            </a:r>
          </a:p>
        </p:txBody>
      </p:sp>
      <p:sp>
        <p:nvSpPr>
          <p:cNvPr id="8" name="text">
            <a:extLst xmlns:a="http://schemas.openxmlformats.org/drawingml/2006/main">
              <a:ext uri="{FF2B5EF4-FFF2-40B4-BE49-F238E27FC236}">
                <a16:creationId xmlns:a16="http://schemas.microsoft.com/office/drawing/2014/main" id="{B65233D3-E467-4244-8D44-DEFA14B848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829050"/>
            <a:ext cx="4953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187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defPPr>
            <a:lvl1pPr algn="l">
              <a:defRPr sz="187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1pPr>
            <a:lvl2pPr algn="l">
              <a:defRPr sz="187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2pPr>
            <a:lvl3pPr algn="l">
              <a:defRPr sz="187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3pPr>
            <a:lvl4pPr algn="l">
              <a:defRPr sz="187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4pPr>
            <a:lvl5pPr algn="l">
              <a:defRPr sz="187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5pPr>
            <a:lvl6pPr algn="l">
              <a:defRPr sz="187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6pPr>
            <a:lvl7pPr algn="l">
              <a:defRPr sz="187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7pPr>
            <a:lvl8pPr algn="l">
              <a:defRPr sz="187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8pPr>
            <a:lvl9pPr algn="l">
              <a:defRPr sz="187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9pPr>
          </a:lstStyle>
          <a:p xmlns:a="http://schemas.openxmlformats.org/drawingml/2006/main">
            <a:pPr algn="l">
              <a:defRPr sz="187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87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rPr>
              <a:t>Researches the behaviour</a:t>
            </a:r>
          </a:p>
        </p:txBody>
      </p:sp>
      <p:sp>
        <p:nvSpPr>
          <p:cNvPr id="9" name="text">
            <a:extLst xmlns:a="http://schemas.openxmlformats.org/drawingml/2006/main">
              <a:ext uri="{FF2B5EF4-FFF2-40B4-BE49-F238E27FC236}">
                <a16:creationId xmlns:a16="http://schemas.microsoft.com/office/drawing/2014/main" id="{68483F95-E960-457C-B151-901C1F569E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409950"/>
            <a:ext cx="50958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255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defPPr>
            <a:lvl1pPr algn="l">
              <a:defRPr sz="255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1pPr>
            <a:lvl2pPr algn="l">
              <a:defRPr sz="255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2pPr>
            <a:lvl3pPr algn="l">
              <a:defRPr sz="255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3pPr>
            <a:lvl4pPr algn="l">
              <a:defRPr sz="255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4pPr>
            <a:lvl5pPr algn="l">
              <a:defRPr sz="255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5pPr>
            <a:lvl6pPr algn="l">
              <a:defRPr sz="255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6pPr>
            <a:lvl7pPr algn="l">
              <a:defRPr sz="255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7pPr>
            <a:lvl8pPr algn="l">
              <a:defRPr sz="255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8pPr>
            <a:lvl9pPr algn="l">
              <a:defRPr sz="255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9pPr>
          </a:lstStyle>
          <a:p xmlns:a="http://schemas.openxmlformats.org/drawingml/2006/main">
            <a:pPr algn="l">
              <a:defRPr sz="255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55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rPr>
              <a:t>mastermind</a:t>
            </a:r>
          </a:p>
        </p:txBody>
      </p:sp>
      <p:sp>
        <p:nvSpPr>
          <p:cNvPr id="10" name="text">
            <a:extLst xmlns:a="http://schemas.openxmlformats.org/drawingml/2006/main">
              <a:ext uri="{FF2B5EF4-FFF2-40B4-BE49-F238E27FC236}">
                <a16:creationId xmlns:a16="http://schemas.microsoft.com/office/drawing/2014/main" id="{D4792DDE-DBF7-4377-A1F5-1AE8CBDDC9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829050"/>
            <a:ext cx="4953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187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defPPr>
            <a:lvl1pPr algn="l">
              <a:defRPr sz="187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1pPr>
            <a:lvl2pPr algn="l">
              <a:defRPr sz="187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2pPr>
            <a:lvl3pPr algn="l">
              <a:defRPr sz="187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3pPr>
            <a:lvl4pPr algn="l">
              <a:defRPr sz="187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4pPr>
            <a:lvl5pPr algn="l">
              <a:defRPr sz="187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5pPr>
            <a:lvl6pPr algn="l">
              <a:defRPr sz="187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6pPr>
            <a:lvl7pPr algn="l">
              <a:defRPr sz="187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7pPr>
            <a:lvl8pPr algn="l">
              <a:defRPr sz="187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8pPr>
            <a:lvl9pPr algn="l">
              <a:defRPr sz="187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9pPr>
          </a:lstStyle>
          <a:p xmlns:a="http://schemas.openxmlformats.org/drawingml/2006/main">
            <a:pPr algn="l">
              <a:defRPr sz="187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87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rPr>
              <a:t>Plans for approval</a:t>
            </a:r>
          </a:p>
        </p:txBody>
      </p:sp>
      <p:sp>
        <p:nvSpPr>
          <p:cNvPr id="11" name="text">
            <a:extLst xmlns:a="http://schemas.openxmlformats.org/drawingml/2006/main">
              <a:ext uri="{FF2B5EF4-FFF2-40B4-BE49-F238E27FC236}">
                <a16:creationId xmlns:a16="http://schemas.microsoft.com/office/drawing/2014/main" id="{91259C08-BF1E-4C3A-B6AB-BA69869325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324350"/>
            <a:ext cx="50958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255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defPPr>
            <a:lvl1pPr algn="l">
              <a:defRPr sz="255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1pPr>
            <a:lvl2pPr algn="l">
              <a:defRPr sz="255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2pPr>
            <a:lvl3pPr algn="l">
              <a:defRPr sz="255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3pPr>
            <a:lvl4pPr algn="l">
              <a:defRPr sz="255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4pPr>
            <a:lvl5pPr algn="l">
              <a:defRPr sz="255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5pPr>
            <a:lvl6pPr algn="l">
              <a:defRPr sz="255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6pPr>
            <a:lvl7pPr algn="l">
              <a:defRPr sz="255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7pPr>
            <a:lvl8pPr algn="l">
              <a:defRPr sz="255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8pPr>
            <a:lvl9pPr algn="l">
              <a:defRPr sz="255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9pPr>
          </a:lstStyle>
          <a:p xmlns:a="http://schemas.openxmlformats.org/drawingml/2006/main">
            <a:pPr algn="l">
              <a:defRPr sz="255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55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rPr>
              <a:t>michelin</a:t>
            </a:r>
          </a:p>
        </p:txBody>
      </p:sp>
      <p:sp>
        <p:nvSpPr>
          <p:cNvPr id="12" name="text">
            <a:extLst xmlns:a="http://schemas.openxmlformats.org/drawingml/2006/main">
              <a:ext uri="{FF2B5EF4-FFF2-40B4-BE49-F238E27FC236}">
                <a16:creationId xmlns:a16="http://schemas.microsoft.com/office/drawing/2014/main" id="{0BDA9E82-5662-4975-ABD5-717F472EEF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743450"/>
            <a:ext cx="4953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187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defPPr>
            <a:lvl1pPr algn="l">
              <a:defRPr sz="187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1pPr>
            <a:lvl2pPr algn="l">
              <a:defRPr sz="187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2pPr>
            <a:lvl3pPr algn="l">
              <a:defRPr sz="187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3pPr>
            <a:lvl4pPr algn="l">
              <a:defRPr sz="187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4pPr>
            <a:lvl5pPr algn="l">
              <a:defRPr sz="187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5pPr>
            <a:lvl6pPr algn="l">
              <a:defRPr sz="187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6pPr>
            <a:lvl7pPr algn="l">
              <a:defRPr sz="187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7pPr>
            <a:lvl8pPr algn="l">
              <a:defRPr sz="187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8pPr>
            <a:lvl9pPr algn="l">
              <a:defRPr sz="187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9pPr>
          </a:lstStyle>
          <a:p xmlns:a="http://schemas.openxmlformats.org/drawingml/2006/main">
            <a:pPr algn="l">
              <a:defRPr sz="187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87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rPr>
              <a:t>Implements and verifies</a:t>
            </a:r>
          </a:p>
        </p:txBody>
      </p:sp>
      <p:sp>
        <p:nvSpPr>
          <p:cNvPr id="13" name="text">
            <a:extLst xmlns:a="http://schemas.openxmlformats.org/drawingml/2006/main">
              <a:ext uri="{FF2B5EF4-FFF2-40B4-BE49-F238E27FC236}">
                <a16:creationId xmlns:a16="http://schemas.microsoft.com/office/drawing/2014/main" id="{D0FCB559-5140-4A87-AF8D-8567307999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324350"/>
            <a:ext cx="50958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255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defPPr>
            <a:lvl1pPr algn="l">
              <a:defRPr sz="255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1pPr>
            <a:lvl2pPr algn="l">
              <a:defRPr sz="255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2pPr>
            <a:lvl3pPr algn="l">
              <a:defRPr sz="255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3pPr>
            <a:lvl4pPr algn="l">
              <a:defRPr sz="255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4pPr>
            <a:lvl5pPr algn="l">
              <a:defRPr sz="255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5pPr>
            <a:lvl6pPr algn="l">
              <a:defRPr sz="255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6pPr>
            <a:lvl7pPr algn="l">
              <a:defRPr sz="255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7pPr>
            <a:lvl8pPr algn="l">
              <a:defRPr sz="255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8pPr>
            <a:lvl9pPr algn="l">
              <a:defRPr sz="255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9pPr>
          </a:lstStyle>
          <a:p xmlns:a="http://schemas.openxmlformats.org/drawingml/2006/main">
            <a:pPr algn="l">
              <a:defRPr sz="255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55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rPr>
              <a:t>mugshot</a:t>
            </a:r>
          </a:p>
        </p:txBody>
      </p:sp>
      <p:sp>
        <p:nvSpPr>
          <p:cNvPr id="14" name="text">
            <a:extLst xmlns:a="http://schemas.openxmlformats.org/drawingml/2006/main">
              <a:ext uri="{FF2B5EF4-FFF2-40B4-BE49-F238E27FC236}">
                <a16:creationId xmlns:a16="http://schemas.microsoft.com/office/drawing/2014/main" id="{94B136D5-16BE-420A-9B04-4AC9DC0A6C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743450"/>
            <a:ext cx="4953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187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defPPr>
            <a:lvl1pPr algn="l">
              <a:defRPr sz="187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1pPr>
            <a:lvl2pPr algn="l">
              <a:defRPr sz="187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2pPr>
            <a:lvl3pPr algn="l">
              <a:defRPr sz="187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3pPr>
            <a:lvl4pPr algn="l">
              <a:defRPr sz="187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4pPr>
            <a:lvl5pPr algn="l">
              <a:defRPr sz="187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5pPr>
            <a:lvl6pPr algn="l">
              <a:defRPr sz="187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6pPr>
            <a:lvl7pPr algn="l">
              <a:defRPr sz="187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7pPr>
            <a:lvl8pPr algn="l">
              <a:defRPr sz="187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8pPr>
            <a:lvl9pPr algn="l">
              <a:defRPr sz="187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9pPr>
          </a:lstStyle>
          <a:p xmlns:a="http://schemas.openxmlformats.org/drawingml/2006/main">
            <a:pPr algn="l">
              <a:defRPr sz="187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87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rPr>
              <a:t>Captures device evidence</a:t>
            </a:r>
          </a:p>
        </p:txBody>
      </p:sp>
      <p:sp>
        <p:nvSpPr>
          <p:cNvPr id="15" name="text">
            <a:extLst xmlns:a="http://schemas.openxmlformats.org/drawingml/2006/main">
              <a:ext uri="{FF2B5EF4-FFF2-40B4-BE49-F238E27FC236}">
                <a16:creationId xmlns:a16="http://schemas.microsoft.com/office/drawing/2014/main" id="{209D364D-9C62-453E-9B73-494B3A794E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238750"/>
            <a:ext cx="50958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255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defPPr>
            <a:lvl1pPr algn="l">
              <a:defRPr sz="255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1pPr>
            <a:lvl2pPr algn="l">
              <a:defRPr sz="255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2pPr>
            <a:lvl3pPr algn="l">
              <a:defRPr sz="255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3pPr>
            <a:lvl4pPr algn="l">
              <a:defRPr sz="255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4pPr>
            <a:lvl5pPr algn="l">
              <a:defRPr sz="255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5pPr>
            <a:lvl6pPr algn="l">
              <a:defRPr sz="255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6pPr>
            <a:lvl7pPr algn="l">
              <a:defRPr sz="255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7pPr>
            <a:lvl8pPr algn="l">
              <a:defRPr sz="255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8pPr>
            <a:lvl9pPr algn="l">
              <a:defRPr sz="255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9pPr>
          </a:lstStyle>
          <a:p xmlns:a="http://schemas.openxmlformats.org/drawingml/2006/main">
            <a:pPr algn="l">
              <a:defRPr sz="255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55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rPr>
              <a:t>parole</a:t>
            </a:r>
          </a:p>
        </p:txBody>
      </p:sp>
      <p:sp>
        <p:nvSpPr>
          <p:cNvPr id="16" name="text">
            <a:extLst xmlns:a="http://schemas.openxmlformats.org/drawingml/2006/main">
              <a:ext uri="{FF2B5EF4-FFF2-40B4-BE49-F238E27FC236}">
                <a16:creationId xmlns:a16="http://schemas.microsoft.com/office/drawing/2014/main" id="{A7FD4419-1961-427D-B817-4D82255BAD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657850"/>
            <a:ext cx="4953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187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defPPr>
            <a:lvl1pPr algn="l">
              <a:defRPr sz="187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1pPr>
            <a:lvl2pPr algn="l">
              <a:defRPr sz="187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2pPr>
            <a:lvl3pPr algn="l">
              <a:defRPr sz="187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3pPr>
            <a:lvl4pPr algn="l">
              <a:defRPr sz="187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4pPr>
            <a:lvl5pPr algn="l">
              <a:defRPr sz="187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5pPr>
            <a:lvl6pPr algn="l">
              <a:defRPr sz="187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6pPr>
            <a:lvl7pPr algn="l">
              <a:defRPr sz="187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7pPr>
            <a:lvl8pPr algn="l">
              <a:defRPr sz="187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8pPr>
            <a:lvl9pPr algn="l">
              <a:defRPr sz="187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9pPr>
          </a:lstStyle>
          <a:p xmlns:a="http://schemas.openxmlformats.org/drawingml/2006/main">
            <a:pPr algn="l">
              <a:defRPr sz="187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87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rPr>
              <a:t>Evaluates review feedback</a:t>
            </a:r>
          </a:p>
        </p:txBody>
      </p:sp>
      <p:sp>
        <p:nvSpPr>
          <p:cNvPr id="17" name="text">
            <a:extLst xmlns:a="http://schemas.openxmlformats.org/drawingml/2006/main">
              <a:ext uri="{FF2B5EF4-FFF2-40B4-BE49-F238E27FC236}">
                <a16:creationId xmlns:a16="http://schemas.microsoft.com/office/drawing/2014/main" id="{F26B31B5-E22F-495A-A2B9-03F6BED495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238750"/>
            <a:ext cx="50958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255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defPPr>
            <a:lvl1pPr algn="l">
              <a:defRPr sz="255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1pPr>
            <a:lvl2pPr algn="l">
              <a:defRPr sz="255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2pPr>
            <a:lvl3pPr algn="l">
              <a:defRPr sz="255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3pPr>
            <a:lvl4pPr algn="l">
              <a:defRPr sz="255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4pPr>
            <a:lvl5pPr algn="l">
              <a:defRPr sz="255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5pPr>
            <a:lvl6pPr algn="l">
              <a:defRPr sz="255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6pPr>
            <a:lvl7pPr algn="l">
              <a:defRPr sz="255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7pPr>
            <a:lvl8pPr algn="l">
              <a:defRPr sz="255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8pPr>
            <a:lvl9pPr algn="l">
              <a:defRPr sz="255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9pPr>
          </a:lstStyle>
          <a:p xmlns:a="http://schemas.openxmlformats.org/drawingml/2006/main">
            <a:pPr algn="l">
              <a:defRPr sz="255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55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rPr>
              <a:t>saul</a:t>
            </a:r>
          </a:p>
        </p:txBody>
      </p:sp>
      <p:sp>
        <p:nvSpPr>
          <p:cNvPr id="18" name="text">
            <a:extLst xmlns:a="http://schemas.openxmlformats.org/drawingml/2006/main">
              <a:ext uri="{FF2B5EF4-FFF2-40B4-BE49-F238E27FC236}">
                <a16:creationId xmlns:a16="http://schemas.microsoft.com/office/drawing/2014/main" id="{607EA25F-C91A-4763-AA0E-6D374B1EA4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657850"/>
            <a:ext cx="4953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187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defPPr>
            <a:lvl1pPr algn="l">
              <a:defRPr sz="187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1pPr>
            <a:lvl2pPr algn="l">
              <a:defRPr sz="187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2pPr>
            <a:lvl3pPr algn="l">
              <a:defRPr sz="187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3pPr>
            <a:lvl4pPr algn="l">
              <a:defRPr sz="187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4pPr>
            <a:lvl5pPr algn="l">
              <a:defRPr sz="187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5pPr>
            <a:lvl6pPr algn="l">
              <a:defRPr sz="187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6pPr>
            <a:lvl7pPr algn="l">
              <a:defRPr sz="187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7pPr>
            <a:lvl8pPr algn="l">
              <a:defRPr sz="187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8pPr>
            <a:lvl9pPr algn="l">
              <a:defRPr sz="187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9pPr>
          </a:lstStyle>
          <a:p xmlns:a="http://schemas.openxmlformats.org/drawingml/2006/main">
            <a:pPr algn="l">
              <a:defRPr sz="187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87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rPr>
              <a:t>Communicates the result</a:t>
            </a:r>
          </a:p>
        </p:txBody>
      </p:sp>
      <p:sp>
        <p:nvSpPr>
          <p:cNvPr id="19" name="Slide number">
            <a:extLst xmlns:a="http://schemas.openxmlformats.org/drawingml/2006/main">
              <a:ext uri="{FF2B5EF4-FFF2-40B4-BE49-F238E27FC236}">
                <a16:creationId xmlns:a16="http://schemas.microsoft.com/office/drawing/2014/main" id="{926A1EAA-6110-45D1-9D36-021D83F105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48425"/>
            <a:ext cx="523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defPPr>
            <a:lvl1pPr algn="l">
              <a:def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1pPr>
            <a:lvl2pPr algn="l">
              <a:def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2pPr>
            <a:lvl3pPr algn="l">
              <a:def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3pPr>
            <a:lvl4pPr algn="l">
              <a:def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4pPr>
            <a:lvl5pPr algn="l">
              <a:def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5pPr>
            <a:lvl6pPr algn="l">
              <a:def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6pPr>
            <a:lvl7pPr algn="l">
              <a:def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7pPr>
            <a:lvl8pPr algn="l">
              <a:def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8pPr>
            <a:lvl9pPr algn="l">
              <a:def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rPr>
              <a:t>09</a:t>
            </a:r>
          </a:p>
        </p:txBody>
      </p:sp>
    </p:spTree>
    <p:extLst>
      <p:ext uri="{BB962C8B-B14F-4D97-AF65-F5344CB8AC3E}">
        <p14:creationId xmlns:p14="http://schemas.microsoft.com/office/powerpoint/2010/main" val="1695427695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5F2E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Title">
            <a:extLst xmlns:a="http://schemas.openxmlformats.org/drawingml/2006/main">
              <a:ext uri="{FF2B5EF4-FFF2-40B4-BE49-F238E27FC236}">
                <a16:creationId xmlns:a16="http://schemas.microsoft.com/office/drawing/2014/main" id="{D7637F73-A97D-454D-9338-3152853203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19125"/>
            <a:ext cx="106680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4050" b="0">
                <a:solidFill>
                  <a:srgbClr val="15181B"/>
                </a:solidFill>
                <a:latin typeface="Newsreader"/>
                <a:ea typeface="Newsreader"/>
                <a:cs typeface="Newsreader"/>
              </a:defRPr>
            </a:defPPr>
            <a:lvl1pPr algn="l">
              <a:defRPr sz="4050" b="0">
                <a:solidFill>
                  <a:srgbClr val="15181B"/>
                </a:solidFill>
                <a:latin typeface="Newsreader"/>
                <a:ea typeface="Newsreader"/>
                <a:cs typeface="Newsreader"/>
              </a:defRPr>
            </a:lvl1pPr>
            <a:lvl2pPr algn="l">
              <a:defRPr sz="4050" b="0">
                <a:solidFill>
                  <a:srgbClr val="15181B"/>
                </a:solidFill>
                <a:latin typeface="Newsreader"/>
                <a:ea typeface="Newsreader"/>
                <a:cs typeface="Newsreader"/>
              </a:defRPr>
            </a:lvl2pPr>
            <a:lvl3pPr algn="l">
              <a:defRPr sz="4050" b="0">
                <a:solidFill>
                  <a:srgbClr val="15181B"/>
                </a:solidFill>
                <a:latin typeface="Newsreader"/>
                <a:ea typeface="Newsreader"/>
                <a:cs typeface="Newsreader"/>
              </a:defRPr>
            </a:lvl3pPr>
            <a:lvl4pPr algn="l">
              <a:defRPr sz="4050" b="0">
                <a:solidFill>
                  <a:srgbClr val="15181B"/>
                </a:solidFill>
                <a:latin typeface="Newsreader"/>
                <a:ea typeface="Newsreader"/>
                <a:cs typeface="Newsreader"/>
              </a:defRPr>
            </a:lvl4pPr>
            <a:lvl5pPr algn="l">
              <a:defRPr sz="4050" b="0">
                <a:solidFill>
                  <a:srgbClr val="15181B"/>
                </a:solidFill>
                <a:latin typeface="Newsreader"/>
                <a:ea typeface="Newsreader"/>
                <a:cs typeface="Newsreader"/>
              </a:defRPr>
            </a:lvl5pPr>
            <a:lvl6pPr algn="l">
              <a:defRPr sz="4050" b="0">
                <a:solidFill>
                  <a:srgbClr val="15181B"/>
                </a:solidFill>
                <a:latin typeface="Newsreader"/>
                <a:ea typeface="Newsreader"/>
                <a:cs typeface="Newsreader"/>
              </a:defRPr>
            </a:lvl6pPr>
            <a:lvl7pPr algn="l">
              <a:defRPr sz="4050" b="0">
                <a:solidFill>
                  <a:srgbClr val="15181B"/>
                </a:solidFill>
                <a:latin typeface="Newsreader"/>
                <a:ea typeface="Newsreader"/>
                <a:cs typeface="Newsreader"/>
              </a:defRPr>
            </a:lvl7pPr>
            <a:lvl8pPr algn="l">
              <a:defRPr sz="4050" b="0">
                <a:solidFill>
                  <a:srgbClr val="15181B"/>
                </a:solidFill>
                <a:latin typeface="Newsreader"/>
                <a:ea typeface="Newsreader"/>
                <a:cs typeface="Newsreader"/>
              </a:defRPr>
            </a:lvl8pPr>
            <a:lvl9pPr algn="l">
              <a:defRPr sz="4050" b="0">
                <a:solidFill>
                  <a:srgbClr val="15181B"/>
                </a:solidFill>
                <a:latin typeface="Newsreader"/>
                <a:ea typeface="Newsreader"/>
                <a:cs typeface="Newsreader"/>
              </a:defRPr>
            </a:lvl9pPr>
          </a:lstStyle>
          <a:p xmlns:a="http://schemas.openxmlformats.org/drawingml/2006/main">
            <a:pPr algn="l">
              <a:defRPr sz="4050" b="0">
                <a:solidFill>
                  <a:srgbClr val="15181B"/>
                </a:solidFill>
                <a:latin typeface="Newsreader"/>
                <a:ea typeface="Newsreader"/>
                <a:cs typeface="Newsreader"/>
              </a:defRPr>
            </a:pPr>
            <a:r>
              <a:rPr sz="4050" b="0">
                <a:solidFill>
                  <a:srgbClr val="15181B"/>
                </a:solidFill>
                <a:latin typeface="Newsreader"/>
                <a:ea typeface="Newsreader"/>
                <a:cs typeface="Newsreader"/>
              </a:rPr>
              <a:t>My engineering standards, written down</a:t>
            </a:r>
          </a:p>
        </p:txBody>
      </p:sp>
      <p:sp>
        <p:nvSpPr>
          <p:cNvPr id="2" name="text">
            <a:extLst xmlns:a="http://schemas.openxmlformats.org/drawingml/2006/main">
              <a:ext uri="{FF2B5EF4-FFF2-40B4-BE49-F238E27FC236}">
                <a16:creationId xmlns:a16="http://schemas.microsoft.com/office/drawing/2014/main" id="{49639DD0-8670-4A4D-A0F3-305825057E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581150"/>
            <a:ext cx="10477500" cy="695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225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defPPr>
            <a:lvl1pPr algn="l">
              <a:defRPr sz="225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1pPr>
            <a:lvl2pPr algn="l">
              <a:defRPr sz="225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2pPr>
            <a:lvl3pPr algn="l">
              <a:defRPr sz="225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3pPr>
            <a:lvl4pPr algn="l">
              <a:defRPr sz="225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4pPr>
            <a:lvl5pPr algn="l">
              <a:defRPr sz="225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5pPr>
            <a:lvl6pPr algn="l">
              <a:defRPr sz="225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6pPr>
            <a:lvl7pPr algn="l">
              <a:defRPr sz="225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7pPr>
            <a:lvl8pPr algn="l">
              <a:defRPr sz="225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8pPr>
            <a:lvl9pPr algn="l">
              <a:defRPr sz="225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9pPr>
          </a:lstStyle>
          <a:p xmlns:a="http://schemas.openxmlformats.org/drawingml/2006/main">
            <a:pPr algn="l">
              <a:defRPr sz="225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25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rPr>
              <a:t>Michelin makes those standards part of every change.</a:t>
            </a:r>
          </a:p>
        </p:txBody>
      </p:sp>
      <p:sp>
        <p:nvSpPr>
          <p:cNvPr id="3" name="text">
            <a:extLst xmlns:a="http://schemas.openxmlformats.org/drawingml/2006/main">
              <a:ext uri="{FF2B5EF4-FFF2-40B4-BE49-F238E27FC236}">
                <a16:creationId xmlns:a16="http://schemas.microsoft.com/office/drawing/2014/main" id="{1C5D6160-C835-44CF-8A1D-57B7BD6FCB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76538"/>
            <a:ext cx="32004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defPPr>
            <a:lvl1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1pPr>
            <a:lvl2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2pPr>
            <a:lvl3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3pPr>
            <a:lvl4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4pPr>
            <a:lvl5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5pPr>
            <a:lvl6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6pPr>
            <a:lvl7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7pPr>
            <a:lvl8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8pPr>
            <a:lvl9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9pPr>
          </a:lstStyle>
          <a:p xmlns:a="http://schemas.openxmlformats.org/drawingml/2006/main">
            <a: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rPr>
              <a:t>Reuse and consistency</a:t>
            </a:r>
          </a:p>
        </p:txBody>
      </p:sp>
      <p:sp>
        <p:nvSpPr>
          <p:cNvPr id="4" name="text">
            <a:extLst xmlns:a="http://schemas.openxmlformats.org/drawingml/2006/main">
              <a:ext uri="{FF2B5EF4-FFF2-40B4-BE49-F238E27FC236}">
                <a16:creationId xmlns:a16="http://schemas.microsoft.com/office/drawing/2014/main" id="{50860437-A08F-4FC3-A9B1-64417ECCAB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2776538"/>
            <a:ext cx="7048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defPPr>
            <a:lvl1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1pPr>
            <a:lvl2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2pPr>
            <a:lvl3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3pPr>
            <a:lvl4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4pPr>
            <a:lvl5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5pPr>
            <a:lvl6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6pPr>
            <a:lvl7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7pPr>
            <a:lvl8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8pPr>
            <a:lvl9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9pPr>
          </a:lstStyle>
          <a:p xmlns:a="http://schemas.openxmlformats.org/drawingml/2006/main">
            <a: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rPr>
              <a:t>Build on existing code, patterns and tools.</a:t>
            </a:r>
          </a:p>
        </p:txBody>
      </p:sp>
      <p:sp>
        <p:nvSpPr>
          <p:cNvPr id="5" name="text">
            <a:extLst xmlns:a="http://schemas.openxmlformats.org/drawingml/2006/main">
              <a:ext uri="{FF2B5EF4-FFF2-40B4-BE49-F238E27FC236}">
                <a16:creationId xmlns:a16="http://schemas.microsoft.com/office/drawing/2014/main" id="{E59025BC-6D74-41DA-98D5-3FA6D54B8A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881438"/>
            <a:ext cx="32004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defPPr>
            <a:lvl1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1pPr>
            <a:lvl2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2pPr>
            <a:lvl3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3pPr>
            <a:lvl4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4pPr>
            <a:lvl5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5pPr>
            <a:lvl6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6pPr>
            <a:lvl7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7pPr>
            <a:lvl8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8pPr>
            <a:lvl9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9pPr>
          </a:lstStyle>
          <a:p xmlns:a="http://schemas.openxmlformats.org/drawingml/2006/main">
            <a: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rPr>
              <a:t>Separation of concerns</a:t>
            </a:r>
          </a:p>
        </p:txBody>
      </p:sp>
      <p:sp>
        <p:nvSpPr>
          <p:cNvPr id="6" name="text">
            <a:extLst xmlns:a="http://schemas.openxmlformats.org/drawingml/2006/main">
              <a:ext uri="{FF2B5EF4-FFF2-40B4-BE49-F238E27FC236}">
                <a16:creationId xmlns:a16="http://schemas.microsoft.com/office/drawing/2014/main" id="{F9F0BC64-45BF-4785-A572-83418E7AFC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3881438"/>
            <a:ext cx="7048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defPPr>
            <a:lvl1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1pPr>
            <a:lvl2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2pPr>
            <a:lvl3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3pPr>
            <a:lvl4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4pPr>
            <a:lvl5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5pPr>
            <a:lvl6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6pPr>
            <a:lvl7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7pPr>
            <a:lvl8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8pPr>
            <a:lvl9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9pPr>
          </a:lstStyle>
          <a:p xmlns:a="http://schemas.openxmlformats.org/drawingml/2006/main">
            <a: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rPr>
              <a:t>Keep UI, state and business logic focused.</a:t>
            </a:r>
          </a:p>
        </p:txBody>
      </p:sp>
      <p:sp>
        <p:nvSpPr>
          <p:cNvPr id="7" name="text">
            <a:extLst xmlns:a="http://schemas.openxmlformats.org/drawingml/2006/main">
              <a:ext uri="{FF2B5EF4-FFF2-40B4-BE49-F238E27FC236}">
                <a16:creationId xmlns:a16="http://schemas.microsoft.com/office/drawing/2014/main" id="{50DD09F8-E34B-45A6-A30E-07E786BD85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986338"/>
            <a:ext cx="32004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defPPr>
            <a:lvl1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1pPr>
            <a:lvl2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2pPr>
            <a:lvl3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3pPr>
            <a:lvl4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4pPr>
            <a:lvl5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5pPr>
            <a:lvl6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6pPr>
            <a:lvl7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7pPr>
            <a:lvl8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8pPr>
            <a:lvl9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9pPr>
          </a:lstStyle>
          <a:p xmlns:a="http://schemas.openxmlformats.org/drawingml/2006/main">
            <a: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rPr>
              <a:t>Quality bar</a:t>
            </a:r>
          </a:p>
        </p:txBody>
      </p:sp>
      <p:sp>
        <p:nvSpPr>
          <p:cNvPr id="8" name="text">
            <a:extLst xmlns:a="http://schemas.openxmlformats.org/drawingml/2006/main">
              <a:ext uri="{FF2B5EF4-FFF2-40B4-BE49-F238E27FC236}">
                <a16:creationId xmlns:a16="http://schemas.microsoft.com/office/drawing/2014/main" id="{714DC9ED-A640-4506-800E-A761DB6CCE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4986338"/>
            <a:ext cx="7048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defPPr>
            <a:lvl1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1pPr>
            <a:lvl2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2pPr>
            <a:lvl3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3pPr>
            <a:lvl4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4pPr>
            <a:lvl5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5pPr>
            <a:lvl6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6pPr>
            <a:lvl7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7pPr>
            <a:lvl8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8pPr>
            <a:lvl9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9pPr>
          </a:lstStyle>
          <a:p xmlns:a="http://schemas.openxmlformats.org/drawingml/2006/main">
            <a: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rPr>
              <a:t>Meaningful tests. Readable code. Verified results.</a:t>
            </a:r>
          </a:p>
        </p:txBody>
      </p:sp>
      <p:sp>
        <p:nvSpPr>
          <p:cNvPr id="9" name="Slide number">
            <a:extLst xmlns:a="http://schemas.openxmlformats.org/drawingml/2006/main">
              <a:ext uri="{FF2B5EF4-FFF2-40B4-BE49-F238E27FC236}">
                <a16:creationId xmlns:a16="http://schemas.microsoft.com/office/drawing/2014/main" id="{E0DD765B-C350-4BF2-9437-CB42A02B47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48425"/>
            <a:ext cx="523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defPPr>
            <a:lvl1pPr algn="l">
              <a:def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1pPr>
            <a:lvl2pPr algn="l">
              <a:def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2pPr>
            <a:lvl3pPr algn="l">
              <a:def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3pPr>
            <a:lvl4pPr algn="l">
              <a:def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4pPr>
            <a:lvl5pPr algn="l">
              <a:def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5pPr>
            <a:lvl6pPr algn="l">
              <a:def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6pPr>
            <a:lvl7pPr algn="l">
              <a:def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7pPr>
            <a:lvl8pPr algn="l">
              <a:def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8pPr>
            <a:lvl9pPr algn="l">
              <a:def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1990652151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E7EC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Completed section 0">
            <a:extLst xmlns:a="http://schemas.openxmlformats.org/drawingml/2006/main">
              <a:ext uri="{FF2B5EF4-FFF2-40B4-BE49-F238E27FC236}">
                <a16:creationId xmlns:a16="http://schemas.microsoft.com/office/drawing/2014/main" id="{08B454D8-CD69-4E3C-B91B-1F96AD0928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790575"/>
            <a:ext cx="9144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defRPr>
            </a:defPPr>
            <a:lvl1pPr algn="l">
              <a:def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defRPr>
            </a:lvl1pPr>
            <a:lvl2pPr algn="l">
              <a:def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defRPr>
            </a:lvl2pPr>
            <a:lvl3pPr algn="l">
              <a:def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defRPr>
            </a:lvl3pPr>
            <a:lvl4pPr algn="l">
              <a:def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defRPr>
            </a:lvl4pPr>
            <a:lvl5pPr algn="l">
              <a:def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defRPr>
            </a:lvl5pPr>
            <a:lvl6pPr algn="l">
              <a:def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defRPr>
            </a:lvl6pPr>
            <a:lvl7pPr algn="l">
              <a:def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defRPr>
            </a:lvl7pPr>
            <a:lvl8pPr algn="l">
              <a:def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defRPr>
            </a:lvl8pPr>
            <a:lvl9pPr algn="l">
              <a:def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defRPr>
            </a:lvl9pPr>
          </a:lstStyle>
          <a:p xmlns:a="http://schemas.openxmlformats.org/drawingml/2006/main">
            <a:pPr algn="l">
              <a:def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defRPr>
            </a:pPr>
            <a:r>
              <a: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rPr>
              <a:t>01  Skills</a:t>
            </a:r>
          </a:p>
        </p:txBody>
      </p:sp>
      <p:sp>
        <p:nvSpPr>
          <p:cNvPr id="2" name="Section description 0">
            <a:extLst xmlns:a="http://schemas.openxmlformats.org/drawingml/2006/main">
              <a:ext uri="{FF2B5EF4-FFF2-40B4-BE49-F238E27FC236}">
                <a16:creationId xmlns:a16="http://schemas.microsoft.com/office/drawing/2014/main" id="{6B24F835-E055-459D-B2A5-D3C44493FE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38375" y="1190625"/>
            <a:ext cx="857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defPPr>
            <a:lvl1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1pPr>
            <a:lvl2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2pPr>
            <a:lvl3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3pPr>
            <a:lvl4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4pPr>
            <a:lvl5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5pPr>
            <a:lvl6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6pPr>
            <a:lvl7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7pPr>
            <a:lvl8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8pPr>
            <a:lvl9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9pPr>
          </a:lstStyle>
          <a:p xmlns:a="http://schemas.openxmlformats.org/drawingml/2006/main">
            <a: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rPr>
              <a:t>Make good engineering habits repeatable.</a:t>
            </a:r>
          </a:p>
        </p:txBody>
      </p:sp>
      <p:sp>
        <p:nvSpPr>
          <p:cNvPr id="3" name="Active section">
            <a:extLst xmlns:a="http://schemas.openxmlformats.org/drawingml/2006/main">
              <a:ext uri="{FF2B5EF4-FFF2-40B4-BE49-F238E27FC236}">
                <a16:creationId xmlns:a16="http://schemas.microsoft.com/office/drawing/2014/main" id="{AB80AFCF-C084-46CB-950A-5B7A62ED7F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1552575"/>
            <a:ext cx="9144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2550" b="1">
                <a:solidFill>
                  <a:srgbClr val="17243B"/>
                </a:solidFill>
                <a:latin typeface="Newsreader"/>
                <a:ea typeface="Newsreader"/>
                <a:cs typeface="Newsreader"/>
              </a:defRPr>
            </a:defPPr>
            <a:lvl1pPr algn="l">
              <a:defRPr sz="2550" b="1">
                <a:solidFill>
                  <a:srgbClr val="17243B"/>
                </a:solidFill>
                <a:latin typeface="Newsreader"/>
                <a:ea typeface="Newsreader"/>
                <a:cs typeface="Newsreader"/>
              </a:defRPr>
            </a:lvl1pPr>
            <a:lvl2pPr algn="l">
              <a:defRPr sz="2550" b="1">
                <a:solidFill>
                  <a:srgbClr val="17243B"/>
                </a:solidFill>
                <a:latin typeface="Newsreader"/>
                <a:ea typeface="Newsreader"/>
                <a:cs typeface="Newsreader"/>
              </a:defRPr>
            </a:lvl2pPr>
            <a:lvl3pPr algn="l">
              <a:defRPr sz="2550" b="1">
                <a:solidFill>
                  <a:srgbClr val="17243B"/>
                </a:solidFill>
                <a:latin typeface="Newsreader"/>
                <a:ea typeface="Newsreader"/>
                <a:cs typeface="Newsreader"/>
              </a:defRPr>
            </a:lvl3pPr>
            <a:lvl4pPr algn="l">
              <a:defRPr sz="2550" b="1">
                <a:solidFill>
                  <a:srgbClr val="17243B"/>
                </a:solidFill>
                <a:latin typeface="Newsreader"/>
                <a:ea typeface="Newsreader"/>
                <a:cs typeface="Newsreader"/>
              </a:defRPr>
            </a:lvl4pPr>
            <a:lvl5pPr algn="l">
              <a:defRPr sz="2550" b="1">
                <a:solidFill>
                  <a:srgbClr val="17243B"/>
                </a:solidFill>
                <a:latin typeface="Newsreader"/>
                <a:ea typeface="Newsreader"/>
                <a:cs typeface="Newsreader"/>
              </a:defRPr>
            </a:lvl5pPr>
            <a:lvl6pPr algn="l">
              <a:defRPr sz="2550" b="1">
                <a:solidFill>
                  <a:srgbClr val="17243B"/>
                </a:solidFill>
                <a:latin typeface="Newsreader"/>
                <a:ea typeface="Newsreader"/>
                <a:cs typeface="Newsreader"/>
              </a:defRPr>
            </a:lvl6pPr>
            <a:lvl7pPr algn="l">
              <a:defRPr sz="2550" b="1">
                <a:solidFill>
                  <a:srgbClr val="17243B"/>
                </a:solidFill>
                <a:latin typeface="Newsreader"/>
                <a:ea typeface="Newsreader"/>
                <a:cs typeface="Newsreader"/>
              </a:defRPr>
            </a:lvl7pPr>
            <a:lvl8pPr algn="l">
              <a:defRPr sz="2550" b="1">
                <a:solidFill>
                  <a:srgbClr val="17243B"/>
                </a:solidFill>
                <a:latin typeface="Newsreader"/>
                <a:ea typeface="Newsreader"/>
                <a:cs typeface="Newsreader"/>
              </a:defRPr>
            </a:lvl8pPr>
            <a:lvl9pPr algn="l">
              <a:defRPr sz="2550" b="1">
                <a:solidFill>
                  <a:srgbClr val="17243B"/>
                </a:solidFill>
                <a:latin typeface="Newsreader"/>
                <a:ea typeface="Newsreader"/>
                <a:cs typeface="Newsreader"/>
              </a:defRPr>
            </a:lvl9pPr>
          </a:lstStyle>
          <a:p xmlns:a="http://schemas.openxmlformats.org/drawingml/2006/main">
            <a:pPr algn="l">
              <a:defRPr sz="2550" b="1">
                <a:solidFill>
                  <a:srgbClr val="17243B"/>
                </a:solidFill>
                <a:latin typeface="Newsreader"/>
                <a:ea typeface="Newsreader"/>
                <a:cs typeface="Newsreader"/>
              </a:defRPr>
            </a:pPr>
            <a:r>
              <a:rPr sz="2550" b="1">
                <a:solidFill>
                  <a:srgbClr val="17243B"/>
                </a:solidFill>
                <a:latin typeface="Newsreader"/>
                <a:ea typeface="Newsreader"/>
                <a:cs typeface="Newsreader"/>
              </a:rPr>
              <a:t>02  Testing</a:t>
            </a:r>
          </a:p>
        </p:txBody>
      </p:sp>
      <p:sp>
        <p:nvSpPr>
          <p:cNvPr id="4" name="Section description 1">
            <a:extLst xmlns:a="http://schemas.openxmlformats.org/drawingml/2006/main">
              <a:ext uri="{FF2B5EF4-FFF2-40B4-BE49-F238E27FC236}">
                <a16:creationId xmlns:a16="http://schemas.microsoft.com/office/drawing/2014/main" id="{7ACD3A84-E64E-4145-BF62-5C8AEB1E0E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38375" y="1952625"/>
            <a:ext cx="857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defPPr>
            <a:lvl1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1pPr>
            <a:lvl2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2pPr>
            <a:lvl3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3pPr>
            <a:lvl4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4pPr>
            <a:lvl5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5pPr>
            <a:lvl6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6pPr>
            <a:lvl7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7pPr>
            <a:lvl8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8pPr>
            <a:lvl9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9pPr>
          </a:lstStyle>
          <a:p xmlns:a="http://schemas.openxmlformats.org/drawingml/2006/main">
            <a: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rPr>
              <a:t>Make each check protect real behaviour.</a:t>
            </a:r>
          </a:p>
        </p:txBody>
      </p:sp>
      <p:pic>
        <p:nvPic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76E89E3-8328-449B-9C28-E8748B4F2B68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838fee45b184224"/>
          <a:stretch xmlns:a="http://schemas.openxmlformats.org/drawingml/2006/main"/>
        </p:blipFill>
        <p:spPr>
          <a:xfrm xmlns:a="http://schemas.openxmlformats.org/drawingml/2006/main">
            <a:off x="1333500" y="2124075"/>
            <a:ext cx="9334500" cy="1143000"/>
          </a:xfrm>
          <a:prstGeom xmlns:a="http://schemas.openxmlformats.org/drawingml/2006/main" prst="rect">
            <a:avLst/>
          </a:prstGeom>
        </p:spPr>
      </p:pic>
      <p:pic>
        <p:nvPic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E26544C-7DCE-4458-90FC-67F1D0396039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23115a003a449c6"/>
          <a:stretch xmlns:a="http://schemas.openxmlformats.org/drawingml/2006/main"/>
        </p:blipFill>
        <p:spPr>
          <a:xfrm xmlns:a="http://schemas.openxmlformats.org/drawingml/2006/main">
            <a:off x="1333500" y="2886075"/>
            <a:ext cx="9334500" cy="1143000"/>
          </a:xfrm>
          <a:prstGeom xmlns:a="http://schemas.openxmlformats.org/drawingml/2006/main" prst="rect">
            <a:avLst/>
          </a:prstGeom>
        </p:spPr>
      </p:pic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88B664C-680C-49F0-A6A7-C7ED33B17FDC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5c9b1b78eb2497e"/>
          <a:stretch xmlns:a="http://schemas.openxmlformats.org/drawingml/2006/main"/>
        </p:blipFill>
        <p:spPr>
          <a:xfrm xmlns:a="http://schemas.openxmlformats.org/drawingml/2006/main">
            <a:off x="1333500" y="3648075"/>
            <a:ext cx="9334500" cy="1143000"/>
          </a:xfrm>
          <a:prstGeom xmlns:a="http://schemas.openxmlformats.org/drawingml/2006/main" prst="rect">
            <a:avLst/>
          </a:prstGeom>
        </p:spPr>
      </p:pic>
      <p:pic>
        <p:nvPic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5E83EAE-F927-4ABB-A776-BA0968E62404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d1d4acfc4f44ef5"/>
          <a:stretch xmlns:a="http://schemas.openxmlformats.org/drawingml/2006/main"/>
        </p:blipFill>
        <p:spPr>
          <a:xfrm xmlns:a="http://schemas.openxmlformats.org/drawingml/2006/main">
            <a:off x="1333500" y="4410075"/>
            <a:ext cx="9334500" cy="1143000"/>
          </a:xfrm>
          <a:prstGeom xmlns:a="http://schemas.openxmlformats.org/drawingml/2006/main" prst="rect">
            <a:avLst/>
          </a:prstGeom>
        </p:spPr>
      </p:pic>
      <p:pic>
        <p:nvPic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C171557-0F38-4019-849F-B1D3A2EA8129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87ced8a8c4644be"/>
          <a:stretch xmlns:a="http://schemas.openxmlformats.org/drawingml/2006/main"/>
        </p:blipFill>
        <p:spPr>
          <a:xfrm xmlns:a="http://schemas.openxmlformats.org/drawingml/2006/main">
            <a:off x="1333500" y="5172075"/>
            <a:ext cx="9334500" cy="1143000"/>
          </a:xfrm>
          <a:prstGeom xmlns:a="http://schemas.openxmlformats.org/drawingml/2006/main" prst="rect">
            <a:avLst/>
          </a:prstGeom>
        </p:spPr>
      </p:pic>
      <p:sp>
        <p:nvSpPr>
          <p:cNvPr id="10" name="Slide number">
            <a:extLst xmlns:a="http://schemas.openxmlformats.org/drawingml/2006/main">
              <a:ext uri="{FF2B5EF4-FFF2-40B4-BE49-F238E27FC236}">
                <a16:creationId xmlns:a16="http://schemas.microsoft.com/office/drawing/2014/main" id="{0D4E114D-6B45-49A5-B91E-BE9B734A1D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48425"/>
            <a:ext cx="523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14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defPPr>
            <a:lvl1pPr algn="l">
              <a:defRPr sz="14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1pPr>
            <a:lvl2pPr algn="l">
              <a:defRPr sz="14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2pPr>
            <a:lvl3pPr algn="l">
              <a:defRPr sz="14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3pPr>
            <a:lvl4pPr algn="l">
              <a:defRPr sz="14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4pPr>
            <a:lvl5pPr algn="l">
              <a:defRPr sz="14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5pPr>
            <a:lvl6pPr algn="l">
              <a:defRPr sz="14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6pPr>
            <a:lvl7pPr algn="l">
              <a:defRPr sz="14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7pPr>
            <a:lvl8pPr algn="l">
              <a:defRPr sz="14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8pPr>
            <a:lvl9pPr algn="l">
              <a:defRPr sz="14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4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953697110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5F2E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Title">
            <a:extLst xmlns:a="http://schemas.openxmlformats.org/drawingml/2006/main">
              <a:ext uri="{FF2B5EF4-FFF2-40B4-BE49-F238E27FC236}">
                <a16:creationId xmlns:a16="http://schemas.microsoft.com/office/drawing/2014/main" id="{3B10459E-9C4C-4248-9C9C-EE72E1AF9A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19125"/>
            <a:ext cx="106680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4050" b="0">
                <a:solidFill>
                  <a:srgbClr val="15181B"/>
                </a:solidFill>
                <a:latin typeface="Newsreader"/>
                <a:ea typeface="Newsreader"/>
                <a:cs typeface="Newsreader"/>
              </a:defRPr>
            </a:defPPr>
            <a:lvl1pPr algn="l">
              <a:defRPr sz="4050" b="0">
                <a:solidFill>
                  <a:srgbClr val="15181B"/>
                </a:solidFill>
                <a:latin typeface="Newsreader"/>
                <a:ea typeface="Newsreader"/>
                <a:cs typeface="Newsreader"/>
              </a:defRPr>
            </a:lvl1pPr>
            <a:lvl2pPr algn="l">
              <a:defRPr sz="4050" b="0">
                <a:solidFill>
                  <a:srgbClr val="15181B"/>
                </a:solidFill>
                <a:latin typeface="Newsreader"/>
                <a:ea typeface="Newsreader"/>
                <a:cs typeface="Newsreader"/>
              </a:defRPr>
            </a:lvl2pPr>
            <a:lvl3pPr algn="l">
              <a:defRPr sz="4050" b="0">
                <a:solidFill>
                  <a:srgbClr val="15181B"/>
                </a:solidFill>
                <a:latin typeface="Newsreader"/>
                <a:ea typeface="Newsreader"/>
                <a:cs typeface="Newsreader"/>
              </a:defRPr>
            </a:lvl3pPr>
            <a:lvl4pPr algn="l">
              <a:defRPr sz="4050" b="0">
                <a:solidFill>
                  <a:srgbClr val="15181B"/>
                </a:solidFill>
                <a:latin typeface="Newsreader"/>
                <a:ea typeface="Newsreader"/>
                <a:cs typeface="Newsreader"/>
              </a:defRPr>
            </a:lvl4pPr>
            <a:lvl5pPr algn="l">
              <a:defRPr sz="4050" b="0">
                <a:solidFill>
                  <a:srgbClr val="15181B"/>
                </a:solidFill>
                <a:latin typeface="Newsreader"/>
                <a:ea typeface="Newsreader"/>
                <a:cs typeface="Newsreader"/>
              </a:defRPr>
            </a:lvl5pPr>
            <a:lvl6pPr algn="l">
              <a:defRPr sz="4050" b="0">
                <a:solidFill>
                  <a:srgbClr val="15181B"/>
                </a:solidFill>
                <a:latin typeface="Newsreader"/>
                <a:ea typeface="Newsreader"/>
                <a:cs typeface="Newsreader"/>
              </a:defRPr>
            </a:lvl6pPr>
            <a:lvl7pPr algn="l">
              <a:defRPr sz="4050" b="0">
                <a:solidFill>
                  <a:srgbClr val="15181B"/>
                </a:solidFill>
                <a:latin typeface="Newsreader"/>
                <a:ea typeface="Newsreader"/>
                <a:cs typeface="Newsreader"/>
              </a:defRPr>
            </a:lvl7pPr>
            <a:lvl8pPr algn="l">
              <a:defRPr sz="4050" b="0">
                <a:solidFill>
                  <a:srgbClr val="15181B"/>
                </a:solidFill>
                <a:latin typeface="Newsreader"/>
                <a:ea typeface="Newsreader"/>
                <a:cs typeface="Newsreader"/>
              </a:defRPr>
            </a:lvl8pPr>
            <a:lvl9pPr algn="l">
              <a:defRPr sz="4050" b="0">
                <a:solidFill>
                  <a:srgbClr val="15181B"/>
                </a:solidFill>
                <a:latin typeface="Newsreader"/>
                <a:ea typeface="Newsreader"/>
                <a:cs typeface="Newsreader"/>
              </a:defRPr>
            </a:lvl9pPr>
          </a:lstStyle>
          <a:p xmlns:a="http://schemas.openxmlformats.org/drawingml/2006/main">
            <a:pPr algn="l">
              <a:defRPr sz="4050" b="0">
                <a:solidFill>
                  <a:srgbClr val="15181B"/>
                </a:solidFill>
                <a:latin typeface="Newsreader"/>
                <a:ea typeface="Newsreader"/>
                <a:cs typeface="Newsreader"/>
              </a:defRPr>
            </a:pPr>
            <a:r>
              <a:rPr sz="4050" b="0">
                <a:solidFill>
                  <a:srgbClr val="15181B"/>
                </a:solidFill>
                <a:latin typeface="Newsreader"/>
                <a:ea typeface="Newsreader"/>
                <a:cs typeface="Newsreader"/>
              </a:rPr>
              <a:t>The testing bar, written into the codebase</a:t>
            </a:r>
          </a:p>
        </p:txBody>
      </p:sp>
      <p:sp>
        <p:nvSpPr>
          <p:cNvPr id="2" name="text">
            <a:extLst xmlns:a="http://schemas.openxmlformats.org/drawingml/2006/main">
              <a:ext uri="{FF2B5EF4-FFF2-40B4-BE49-F238E27FC236}">
                <a16:creationId xmlns:a16="http://schemas.microsoft.com/office/drawing/2014/main" id="{16459202-AEEF-4CDE-8588-8E57E485E1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581150"/>
            <a:ext cx="10477500" cy="695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225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defPPr>
            <a:lvl1pPr algn="l">
              <a:defRPr sz="225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1pPr>
            <a:lvl2pPr algn="l">
              <a:defRPr sz="225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2pPr>
            <a:lvl3pPr algn="l">
              <a:defRPr sz="225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3pPr>
            <a:lvl4pPr algn="l">
              <a:defRPr sz="225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4pPr>
            <a:lvl5pPr algn="l">
              <a:defRPr sz="225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5pPr>
            <a:lvl6pPr algn="l">
              <a:defRPr sz="225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6pPr>
            <a:lvl7pPr algn="l">
              <a:defRPr sz="225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7pPr>
            <a:lvl8pPr algn="l">
              <a:defRPr sz="225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8pPr>
            <a:lvl9pPr algn="l">
              <a:defRPr sz="225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9pPr>
          </a:lstStyle>
          <a:p xmlns:a="http://schemas.openxmlformats.org/drawingml/2006/main">
            <a:pPr algn="l">
              <a:defRPr sz="225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25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rPr>
              <a:t>Protect what works. Raise the bar with every change.</a:t>
            </a:r>
          </a:p>
        </p:txBody>
      </p:sp>
      <p:sp>
        <p:nvSpPr>
          <p:cNvPr id="3" name="text">
            <a:extLst xmlns:a="http://schemas.openxmlformats.org/drawingml/2006/main">
              <a:ext uri="{FF2B5EF4-FFF2-40B4-BE49-F238E27FC236}">
                <a16:creationId xmlns:a16="http://schemas.microsoft.com/office/drawing/2014/main" id="{D76DFABB-43BE-4512-99CA-F5428B0A59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566988"/>
            <a:ext cx="32004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defPPr>
            <a:lvl1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1pPr>
            <a:lvl2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2pPr>
            <a:lvl3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3pPr>
            <a:lvl4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4pPr>
            <a:lvl5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5pPr>
            <a:lvl6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6pPr>
            <a:lvl7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7pPr>
            <a:lvl8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8pPr>
            <a:lvl9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9pPr>
          </a:lstStyle>
          <a:p xmlns:a="http://schemas.openxmlformats.org/drawingml/2006/main">
            <a: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rPr>
              <a:t>New code needs tests</a:t>
            </a:r>
          </a:p>
        </p:txBody>
      </p:sp>
      <p:sp>
        <p:nvSpPr>
          <p:cNvPr id="4" name="text">
            <a:extLst xmlns:a="http://schemas.openxmlformats.org/drawingml/2006/main">
              <a:ext uri="{FF2B5EF4-FFF2-40B4-BE49-F238E27FC236}">
                <a16:creationId xmlns:a16="http://schemas.microsoft.com/office/drawing/2014/main" id="{3CF6A809-A640-4CCD-AC87-6CD7753550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2566988"/>
            <a:ext cx="70485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defPPr>
            <a:lvl1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1pPr>
            <a:lvl2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2pPr>
            <a:lvl3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3pPr>
            <a:lvl4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4pPr>
            <a:lvl5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5pPr>
            <a:lvl6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6pPr>
            <a:lvl7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7pPr>
            <a:lvl8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8pPr>
            <a:lvl9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9pPr>
          </a:lstStyle>
          <a:p xmlns:a="http://schemas.openxmlformats.org/drawingml/2006/main">
            <a: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rPr>
              <a:t>No test, no acceptance.</a:t>
            </a:r>
          </a:p>
        </p:txBody>
      </p:sp>
      <p:sp>
        <p:nvSpPr>
          <p:cNvPr id="5" name="text">
            <a:extLst xmlns:a="http://schemas.openxmlformats.org/drawingml/2006/main">
              <a:ext uri="{FF2B5EF4-FFF2-40B4-BE49-F238E27FC236}">
                <a16:creationId xmlns:a16="http://schemas.microsoft.com/office/drawing/2014/main" id="{1396F2D3-5024-4CBB-8C21-5A8270694F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481388"/>
            <a:ext cx="32004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defPPr>
            <a:lvl1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1pPr>
            <a:lvl2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2pPr>
            <a:lvl3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3pPr>
            <a:lvl4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4pPr>
            <a:lvl5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5pPr>
            <a:lvl6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6pPr>
            <a:lvl7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7pPr>
            <a:lvl8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8pPr>
            <a:lvl9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9pPr>
          </a:lstStyle>
          <a:p xmlns:a="http://schemas.openxmlformats.org/drawingml/2006/main">
            <a: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rPr>
              <a:t>Bug fixes prove both cases</a:t>
            </a:r>
          </a:p>
        </p:txBody>
      </p:sp>
      <p:sp>
        <p:nvSpPr>
          <p:cNvPr id="6" name="text">
            <a:extLst xmlns:a="http://schemas.openxmlformats.org/drawingml/2006/main">
              <a:ext uri="{FF2B5EF4-FFF2-40B4-BE49-F238E27FC236}">
                <a16:creationId xmlns:a16="http://schemas.microsoft.com/office/drawing/2014/main" id="{40070A43-2BE8-4D1B-8636-03700BC10C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3481388"/>
            <a:ext cx="70485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defPPr>
            <a:lvl1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1pPr>
            <a:lvl2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2pPr>
            <a:lvl3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3pPr>
            <a:lvl4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4pPr>
            <a:lvl5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5pPr>
            <a:lvl6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6pPr>
            <a:lvl7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7pPr>
            <a:lvl8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8pPr>
            <a:lvl9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9pPr>
          </a:lstStyle>
          <a:p xmlns:a="http://schemas.openxmlformats.org/drawingml/2006/main">
            <a: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rPr>
              <a:t>The test fails before the fix and passes after it.</a:t>
            </a:r>
          </a:p>
        </p:txBody>
      </p:sp>
      <p:sp>
        <p:nvSpPr>
          <p:cNvPr id="7" name="text">
            <a:extLst xmlns:a="http://schemas.openxmlformats.org/drawingml/2006/main">
              <a:ext uri="{FF2B5EF4-FFF2-40B4-BE49-F238E27FC236}">
                <a16:creationId xmlns:a16="http://schemas.microsoft.com/office/drawing/2014/main" id="{179C9F1C-5B90-4E4C-9C25-8DFE5BA183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395788"/>
            <a:ext cx="32004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defPPr>
            <a:lvl1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1pPr>
            <a:lvl2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2pPr>
            <a:lvl3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3pPr>
            <a:lvl4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4pPr>
            <a:lvl5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5pPr>
            <a:lvl6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6pPr>
            <a:lvl7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7pPr>
            <a:lvl8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8pPr>
            <a:lvl9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9pPr>
          </a:lstStyle>
          <a:p xmlns:a="http://schemas.openxmlformats.org/drawingml/2006/main">
            <a: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rPr>
              <a:t>Titles explain behaviour</a:t>
            </a:r>
          </a:p>
        </p:txBody>
      </p:sp>
      <p:sp>
        <p:nvSpPr>
          <p:cNvPr id="8" name="text">
            <a:extLst xmlns:a="http://schemas.openxmlformats.org/drawingml/2006/main">
              <a:ext uri="{FF2B5EF4-FFF2-40B4-BE49-F238E27FC236}">
                <a16:creationId xmlns:a16="http://schemas.microsoft.com/office/drawing/2014/main" id="{72CD3F23-330C-457F-9A07-D1442BBA65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4395788"/>
            <a:ext cx="70485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defPPr>
            <a:lvl1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1pPr>
            <a:lvl2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2pPr>
            <a:lvl3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3pPr>
            <a:lvl4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4pPr>
            <a:lvl5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5pPr>
            <a:lvl6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6pPr>
            <a:lvl7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7pPr>
            <a:lvl8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8pPr>
            <a:lvl9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9pPr>
          </a:lstStyle>
          <a:p xmlns:a="http://schemas.openxmlformats.org/drawingml/2006/main">
            <a: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rPr>
              <a:t>Name the expected result in plain language.</a:t>
            </a:r>
          </a:p>
        </p:txBody>
      </p:sp>
      <p:sp>
        <p:nvSpPr>
          <p:cNvPr id="9" name="text">
            <a:extLst xmlns:a="http://schemas.openxmlformats.org/drawingml/2006/main">
              <a:ext uri="{FF2B5EF4-FFF2-40B4-BE49-F238E27FC236}">
                <a16:creationId xmlns:a16="http://schemas.microsoft.com/office/drawing/2014/main" id="{F288DC77-5F7D-4560-A46C-0CA95270E4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310188"/>
            <a:ext cx="32004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defPPr>
            <a:lvl1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1pPr>
            <a:lvl2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2pPr>
            <a:lvl3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3pPr>
            <a:lvl4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4pPr>
            <a:lvl5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5pPr>
            <a:lvl6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6pPr>
            <a:lvl7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7pPr>
            <a:lvl8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8pPr>
            <a:lvl9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9pPr>
          </a:lstStyle>
          <a:p xmlns:a="http://schemas.openxmlformats.org/drawingml/2006/main">
            <a: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rPr>
              <a:t>The bar keeps rising</a:t>
            </a:r>
          </a:p>
        </p:txBody>
      </p:sp>
      <p:sp>
        <p:nvSpPr>
          <p:cNvPr id="10" name="text">
            <a:extLst xmlns:a="http://schemas.openxmlformats.org/drawingml/2006/main">
              <a:ext uri="{FF2B5EF4-FFF2-40B4-BE49-F238E27FC236}">
                <a16:creationId xmlns:a16="http://schemas.microsoft.com/office/drawing/2014/main" id="{32F8EEAC-9882-4278-B391-1036880114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5310188"/>
            <a:ext cx="70485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defPPr>
            <a:lvl1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1pPr>
            <a:lvl2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2pPr>
            <a:lvl3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3pPr>
            <a:lvl4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4pPr>
            <a:lvl5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5pPr>
            <a:lvl6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6pPr>
            <a:lvl7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7pPr>
            <a:lvl8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8pPr>
            <a:lvl9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9pPr>
          </a:lstStyle>
          <a:p xmlns:a="http://schemas.openxmlformats.org/drawingml/2006/main">
            <a: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rPr>
              <a:t>Keep existing checks passing. Add protection as we go.</a:t>
            </a:r>
          </a:p>
        </p:txBody>
      </p:sp>
      <p:sp>
        <p:nvSpPr>
          <p:cNvPr id="11" name="Slide number">
            <a:extLst xmlns:a="http://schemas.openxmlformats.org/drawingml/2006/main">
              <a:ext uri="{FF2B5EF4-FFF2-40B4-BE49-F238E27FC236}">
                <a16:creationId xmlns:a16="http://schemas.microsoft.com/office/drawing/2014/main" id="{64124842-9292-4A24-93C9-1870298A70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48425"/>
            <a:ext cx="523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defPPr>
            <a:lvl1pPr algn="l">
              <a:def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1pPr>
            <a:lvl2pPr algn="l">
              <a:def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2pPr>
            <a:lvl3pPr algn="l">
              <a:def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3pPr>
            <a:lvl4pPr algn="l">
              <a:def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4pPr>
            <a:lvl5pPr algn="l">
              <a:def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5pPr>
            <a:lvl6pPr algn="l">
              <a:def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6pPr>
            <a:lvl7pPr algn="l">
              <a:def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7pPr>
            <a:lvl8pPr algn="l">
              <a:def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8pPr>
            <a:lvl9pPr algn="l">
              <a:def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1342202172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5F2E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Title">
            <a:extLst xmlns:a="http://schemas.openxmlformats.org/drawingml/2006/main">
              <a:ext uri="{FF2B5EF4-FFF2-40B4-BE49-F238E27FC236}">
                <a16:creationId xmlns:a16="http://schemas.microsoft.com/office/drawing/2014/main" id="{6E1AB1EF-CEFE-4D55-8047-6702ED3528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19125"/>
            <a:ext cx="106680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4500" b="0">
                <a:solidFill>
                  <a:srgbClr val="15181B"/>
                </a:solidFill>
                <a:latin typeface="Newsreader"/>
                <a:ea typeface="Newsreader"/>
                <a:cs typeface="Newsreader"/>
              </a:defRPr>
            </a:defPPr>
            <a:lvl1pPr algn="l">
              <a:defRPr sz="4500" b="0">
                <a:solidFill>
                  <a:srgbClr val="15181B"/>
                </a:solidFill>
                <a:latin typeface="Newsreader"/>
                <a:ea typeface="Newsreader"/>
                <a:cs typeface="Newsreader"/>
              </a:defRPr>
            </a:lvl1pPr>
            <a:lvl2pPr algn="l">
              <a:defRPr sz="4500" b="0">
                <a:solidFill>
                  <a:srgbClr val="15181B"/>
                </a:solidFill>
                <a:latin typeface="Newsreader"/>
                <a:ea typeface="Newsreader"/>
                <a:cs typeface="Newsreader"/>
              </a:defRPr>
            </a:lvl2pPr>
            <a:lvl3pPr algn="l">
              <a:defRPr sz="4500" b="0">
                <a:solidFill>
                  <a:srgbClr val="15181B"/>
                </a:solidFill>
                <a:latin typeface="Newsreader"/>
                <a:ea typeface="Newsreader"/>
                <a:cs typeface="Newsreader"/>
              </a:defRPr>
            </a:lvl3pPr>
            <a:lvl4pPr algn="l">
              <a:defRPr sz="4500" b="0">
                <a:solidFill>
                  <a:srgbClr val="15181B"/>
                </a:solidFill>
                <a:latin typeface="Newsreader"/>
                <a:ea typeface="Newsreader"/>
                <a:cs typeface="Newsreader"/>
              </a:defRPr>
            </a:lvl4pPr>
            <a:lvl5pPr algn="l">
              <a:defRPr sz="4500" b="0">
                <a:solidFill>
                  <a:srgbClr val="15181B"/>
                </a:solidFill>
                <a:latin typeface="Newsreader"/>
                <a:ea typeface="Newsreader"/>
                <a:cs typeface="Newsreader"/>
              </a:defRPr>
            </a:lvl5pPr>
            <a:lvl6pPr algn="l">
              <a:defRPr sz="4500" b="0">
                <a:solidFill>
                  <a:srgbClr val="15181B"/>
                </a:solidFill>
                <a:latin typeface="Newsreader"/>
                <a:ea typeface="Newsreader"/>
                <a:cs typeface="Newsreader"/>
              </a:defRPr>
            </a:lvl6pPr>
            <a:lvl7pPr algn="l">
              <a:defRPr sz="4500" b="0">
                <a:solidFill>
                  <a:srgbClr val="15181B"/>
                </a:solidFill>
                <a:latin typeface="Newsreader"/>
                <a:ea typeface="Newsreader"/>
                <a:cs typeface="Newsreader"/>
              </a:defRPr>
            </a:lvl7pPr>
            <a:lvl8pPr algn="l">
              <a:defRPr sz="4500" b="0">
                <a:solidFill>
                  <a:srgbClr val="15181B"/>
                </a:solidFill>
                <a:latin typeface="Newsreader"/>
                <a:ea typeface="Newsreader"/>
                <a:cs typeface="Newsreader"/>
              </a:defRPr>
            </a:lvl8pPr>
            <a:lvl9pPr algn="l">
              <a:defRPr sz="4500" b="0">
                <a:solidFill>
                  <a:srgbClr val="15181B"/>
                </a:solidFill>
                <a:latin typeface="Newsreader"/>
                <a:ea typeface="Newsreader"/>
                <a:cs typeface="Newsreader"/>
              </a:defRPr>
            </a:lvl9pPr>
          </a:lstStyle>
          <a:p xmlns:a="http://schemas.openxmlformats.org/drawingml/2006/main">
            <a:pPr algn="l">
              <a:defRPr sz="4500" b="0">
                <a:solidFill>
                  <a:srgbClr val="15181B"/>
                </a:solidFill>
                <a:latin typeface="Newsreader"/>
                <a:ea typeface="Newsreader"/>
                <a:cs typeface="Newsreader"/>
              </a:defRPr>
            </a:pPr>
            <a:r>
              <a:rPr sz="4500" b="0">
                <a:solidFill>
                  <a:srgbClr val="15181B"/>
                </a:solidFill>
                <a:latin typeface="Newsreader"/>
                <a:ea typeface="Newsreader"/>
                <a:cs typeface="Newsreader"/>
              </a:rPr>
              <a:t>113 to 2,257 unit-test files</a:t>
            </a:r>
          </a:p>
        </p:txBody>
      </p:sp>
      <p:graphicFrame>
        <p:nvGraphicFramePr>
          <p:cNvPr id="2" name="Chart">
            <a:extLst xmlns:a="http://schemas.openxmlformats.org/drawingml/2006/main">
              <a:ext uri="{FF2B5EF4-FFF2-40B4-BE49-F238E27FC236}">
                <a16:creationId xmlns:a16="http://schemas.microsoft.com/office/drawing/2014/main" id="{26223FF0-C015-4FB3-B962-5284C26A622E}"/>
              </a:ext>
            </a:extLst>
          </p:cNvPr>
          <p:cNvGraphicFramePr/>
          <p:nvPr/>
        </p:nvGraphicFramePr>
        <p:xfrm>
          <a:off xmlns:a="http://schemas.openxmlformats.org/drawingml/2006/main" x="723900" y="2381250"/>
          <a:ext xmlns:a="http://schemas.openxmlformats.org/drawingml/2006/main" cx="10744200" cy="31813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a955e4091ff547d0"/>
          </a:graphicData>
        </a:graphic>
      </p:graphicFrame>
      <p:sp>
        <p:nvSpPr>
          <p:cNvPr id="3" name="April month marker">
            <a:extLst xmlns:a="http://schemas.openxmlformats.org/drawingml/2006/main">
              <a:ext uri="{FF2B5EF4-FFF2-40B4-BE49-F238E27FC236}">
                <a16:creationId xmlns:a16="http://schemas.microsoft.com/office/drawing/2014/main" id="{E952DE17-0C90-4D24-A9D1-8C89A611A1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2381250"/>
            <a:ext cx="0" cy="28003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565F65"/>
            </a:solidFill>
            <a:prstDash val="dash"/>
          </a:ln>
        </p:spPr>
      </p:sp>
      <p:sp>
        <p:nvSpPr>
          <p:cNvPr id="4" name="April joining context">
            <a:extLst xmlns:a="http://schemas.openxmlformats.org/drawingml/2006/main">
              <a:ext uri="{FF2B5EF4-FFF2-40B4-BE49-F238E27FC236}">
                <a16:creationId xmlns:a16="http://schemas.microsoft.com/office/drawing/2014/main" id="{F7970233-97A8-49BE-9169-E59A249CCD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019300"/>
            <a:ext cx="4476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180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defPPr>
            <a:lvl1pPr algn="l">
              <a:defRPr sz="180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1pPr>
            <a:lvl2pPr algn="l">
              <a:defRPr sz="180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2pPr>
            <a:lvl3pPr algn="l">
              <a:defRPr sz="180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3pPr>
            <a:lvl4pPr algn="l">
              <a:defRPr sz="180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4pPr>
            <a:lvl5pPr algn="l">
              <a:defRPr sz="180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5pPr>
            <a:lvl6pPr algn="l">
              <a:defRPr sz="180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6pPr>
            <a:lvl7pPr algn="l">
              <a:defRPr sz="180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7pPr>
            <a:lvl8pPr algn="l">
              <a:defRPr sz="180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8pPr>
            <a:lvl9pPr algn="l">
              <a:defRPr sz="180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9pPr>
          </a:lstStyle>
          <a:p xmlns:a="http://schemas.openxmlformats.org/drawingml/2006/main">
            <a:pPr algn="l">
              <a:defRPr sz="180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80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rPr>
              <a:t>Joined in April 2026</a:t>
            </a:r>
          </a:p>
        </p:txBody>
      </p:sp>
      <p:sp>
        <p:nvSpPr>
          <p:cNvPr id="5" name="Methodology">
            <a:extLst xmlns:a="http://schemas.openxmlformats.org/drawingml/2006/main">
              <a:ext uri="{FF2B5EF4-FFF2-40B4-BE49-F238E27FC236}">
                <a16:creationId xmlns:a16="http://schemas.microsoft.com/office/drawing/2014/main" id="{9CD9686C-8F85-4A1A-A81F-ECB4029CC0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762625"/>
            <a:ext cx="10572750" cy="600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180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defPPr>
            <a:lvl1pPr algn="l">
              <a:defRPr sz="180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1pPr>
            <a:lvl2pPr algn="l">
              <a:defRPr sz="180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2pPr>
            <a:lvl3pPr algn="l">
              <a:defRPr sz="180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3pPr>
            <a:lvl4pPr algn="l">
              <a:defRPr sz="180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4pPr>
            <a:lvl5pPr algn="l">
              <a:defRPr sz="180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5pPr>
            <a:lvl6pPr algn="l">
              <a:defRPr sz="180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6pPr>
            <a:lvl7pPr algn="l">
              <a:defRPr sz="180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7pPr>
            <a:lvl8pPr algn="l">
              <a:defRPr sz="180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8pPr>
            <a:lvl9pPr algn="l">
              <a:defRPr sz="180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9pPr>
          </a:lstStyle>
          <a:p xmlns:a="http://schemas.openxmlformats.org/drawingml/2006/main">
            <a:pPr algn="l">
              <a:defRPr sz="180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80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rPr>
              <a:t>Month-end snapshots through September, then 8 October 2026. File count is not coverage.</a:t>
            </a:r>
          </a:p>
        </p:txBody>
      </p:sp>
      <p:sp>
        <p:nvSpPr>
          <p:cNvPr id="6" name="Slide number">
            <a:extLst xmlns:a="http://schemas.openxmlformats.org/drawingml/2006/main">
              <a:ext uri="{FF2B5EF4-FFF2-40B4-BE49-F238E27FC236}">
                <a16:creationId xmlns:a16="http://schemas.microsoft.com/office/drawing/2014/main" id="{B1AFD0F2-5482-424B-BF0C-D06FB09201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48425"/>
            <a:ext cx="523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defPPr>
            <a:lvl1pPr algn="l">
              <a:def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1pPr>
            <a:lvl2pPr algn="l">
              <a:def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2pPr>
            <a:lvl3pPr algn="l">
              <a:def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3pPr>
            <a:lvl4pPr algn="l">
              <a:def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4pPr>
            <a:lvl5pPr algn="l">
              <a:def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5pPr>
            <a:lvl6pPr algn="l">
              <a:def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6pPr>
            <a:lvl7pPr algn="l">
              <a:def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7pPr>
            <a:lvl8pPr algn="l">
              <a:def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8pPr>
            <a:lvl9pPr algn="l">
              <a:def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rPr>
              <a:t>13</a:t>
            </a:r>
          </a:p>
        </p:txBody>
      </p:sp>
    </p:spTree>
    <p:extLst>
      <p:ext uri="{BB962C8B-B14F-4D97-AF65-F5344CB8AC3E}">
        <p14:creationId xmlns:p14="http://schemas.microsoft.com/office/powerpoint/2010/main" val="1697455387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E7EC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Completed section 0">
            <a:extLst xmlns:a="http://schemas.openxmlformats.org/drawingml/2006/main">
              <a:ext uri="{FF2B5EF4-FFF2-40B4-BE49-F238E27FC236}">
                <a16:creationId xmlns:a16="http://schemas.microsoft.com/office/drawing/2014/main" id="{599C5415-C640-4EDF-B252-E56F0D8290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790575"/>
            <a:ext cx="9144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defRPr>
            </a:defPPr>
            <a:lvl1pPr algn="l">
              <a:def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defRPr>
            </a:lvl1pPr>
            <a:lvl2pPr algn="l">
              <a:def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defRPr>
            </a:lvl2pPr>
            <a:lvl3pPr algn="l">
              <a:def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defRPr>
            </a:lvl3pPr>
            <a:lvl4pPr algn="l">
              <a:def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defRPr>
            </a:lvl4pPr>
            <a:lvl5pPr algn="l">
              <a:def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defRPr>
            </a:lvl5pPr>
            <a:lvl6pPr algn="l">
              <a:def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defRPr>
            </a:lvl6pPr>
            <a:lvl7pPr algn="l">
              <a:def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defRPr>
            </a:lvl7pPr>
            <a:lvl8pPr algn="l">
              <a:def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defRPr>
            </a:lvl8pPr>
            <a:lvl9pPr algn="l">
              <a:def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defRPr>
            </a:lvl9pPr>
          </a:lstStyle>
          <a:p xmlns:a="http://schemas.openxmlformats.org/drawingml/2006/main">
            <a:pPr algn="l">
              <a:def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defRPr>
            </a:pPr>
            <a:r>
              <a: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rPr>
              <a:t>01  Skills</a:t>
            </a:r>
          </a:p>
        </p:txBody>
      </p:sp>
      <p:sp>
        <p:nvSpPr>
          <p:cNvPr id="2" name="Section description 0">
            <a:extLst xmlns:a="http://schemas.openxmlformats.org/drawingml/2006/main">
              <a:ext uri="{FF2B5EF4-FFF2-40B4-BE49-F238E27FC236}">
                <a16:creationId xmlns:a16="http://schemas.microsoft.com/office/drawing/2014/main" id="{B930AF59-C8E9-47E1-AABD-5F1058359F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38375" y="1190625"/>
            <a:ext cx="857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defPPr>
            <a:lvl1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1pPr>
            <a:lvl2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2pPr>
            <a:lvl3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3pPr>
            <a:lvl4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4pPr>
            <a:lvl5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5pPr>
            <a:lvl6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6pPr>
            <a:lvl7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7pPr>
            <a:lvl8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8pPr>
            <a:lvl9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9pPr>
          </a:lstStyle>
          <a:p xmlns:a="http://schemas.openxmlformats.org/drawingml/2006/main">
            <a: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rPr>
              <a:t>Make good engineering habits repeatable.</a:t>
            </a:r>
          </a:p>
        </p:txBody>
      </p:sp>
      <p:sp>
        <p:nvSpPr>
          <p:cNvPr id="3" name="Completed section 1">
            <a:extLst xmlns:a="http://schemas.openxmlformats.org/drawingml/2006/main">
              <a:ext uri="{FF2B5EF4-FFF2-40B4-BE49-F238E27FC236}">
                <a16:creationId xmlns:a16="http://schemas.microsoft.com/office/drawing/2014/main" id="{1D241684-4C8D-4A88-8749-F427001A04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1552575"/>
            <a:ext cx="9144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defRPr>
            </a:defPPr>
            <a:lvl1pPr algn="l">
              <a:def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defRPr>
            </a:lvl1pPr>
            <a:lvl2pPr algn="l">
              <a:def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defRPr>
            </a:lvl2pPr>
            <a:lvl3pPr algn="l">
              <a:def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defRPr>
            </a:lvl3pPr>
            <a:lvl4pPr algn="l">
              <a:def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defRPr>
            </a:lvl4pPr>
            <a:lvl5pPr algn="l">
              <a:def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defRPr>
            </a:lvl5pPr>
            <a:lvl6pPr algn="l">
              <a:def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defRPr>
            </a:lvl6pPr>
            <a:lvl7pPr algn="l">
              <a:def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defRPr>
            </a:lvl7pPr>
            <a:lvl8pPr algn="l">
              <a:def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defRPr>
            </a:lvl8pPr>
            <a:lvl9pPr algn="l">
              <a:def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defRPr>
            </a:lvl9pPr>
          </a:lstStyle>
          <a:p xmlns:a="http://schemas.openxmlformats.org/drawingml/2006/main">
            <a:pPr algn="l">
              <a:def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defRPr>
            </a:pPr>
            <a:r>
              <a: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rPr>
              <a:t>02  Testing</a:t>
            </a:r>
          </a:p>
        </p:txBody>
      </p:sp>
      <p:sp>
        <p:nvSpPr>
          <p:cNvPr id="4" name="Section description 1">
            <a:extLst xmlns:a="http://schemas.openxmlformats.org/drawingml/2006/main">
              <a:ext uri="{FF2B5EF4-FFF2-40B4-BE49-F238E27FC236}">
                <a16:creationId xmlns:a16="http://schemas.microsoft.com/office/drawing/2014/main" id="{1F0B82B4-7217-4982-9F39-1C7493CE49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38375" y="1952625"/>
            <a:ext cx="857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defPPr>
            <a:lvl1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1pPr>
            <a:lvl2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2pPr>
            <a:lvl3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3pPr>
            <a:lvl4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4pPr>
            <a:lvl5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5pPr>
            <a:lvl6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6pPr>
            <a:lvl7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7pPr>
            <a:lvl8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8pPr>
            <a:lvl9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9pPr>
          </a:lstStyle>
          <a:p xmlns:a="http://schemas.openxmlformats.org/drawingml/2006/main">
            <a: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rPr>
              <a:t>Make each check protect real behaviour.</a:t>
            </a:r>
          </a:p>
        </p:txBody>
      </p:sp>
      <p:sp>
        <p:nvSpPr>
          <p:cNvPr id="5" name="Active section">
            <a:extLst xmlns:a="http://schemas.openxmlformats.org/drawingml/2006/main">
              <a:ext uri="{FF2B5EF4-FFF2-40B4-BE49-F238E27FC236}">
                <a16:creationId xmlns:a16="http://schemas.microsoft.com/office/drawing/2014/main" id="{58852B25-8F1B-4A98-9325-20A506F6EC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2314575"/>
            <a:ext cx="9144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2550" b="1">
                <a:solidFill>
                  <a:srgbClr val="17243B"/>
                </a:solidFill>
                <a:latin typeface="Newsreader"/>
                <a:ea typeface="Newsreader"/>
                <a:cs typeface="Newsreader"/>
              </a:defRPr>
            </a:defPPr>
            <a:lvl1pPr algn="l">
              <a:defRPr sz="2550" b="1">
                <a:solidFill>
                  <a:srgbClr val="17243B"/>
                </a:solidFill>
                <a:latin typeface="Newsreader"/>
                <a:ea typeface="Newsreader"/>
                <a:cs typeface="Newsreader"/>
              </a:defRPr>
            </a:lvl1pPr>
            <a:lvl2pPr algn="l">
              <a:defRPr sz="2550" b="1">
                <a:solidFill>
                  <a:srgbClr val="17243B"/>
                </a:solidFill>
                <a:latin typeface="Newsreader"/>
                <a:ea typeface="Newsreader"/>
                <a:cs typeface="Newsreader"/>
              </a:defRPr>
            </a:lvl2pPr>
            <a:lvl3pPr algn="l">
              <a:defRPr sz="2550" b="1">
                <a:solidFill>
                  <a:srgbClr val="17243B"/>
                </a:solidFill>
                <a:latin typeface="Newsreader"/>
                <a:ea typeface="Newsreader"/>
                <a:cs typeface="Newsreader"/>
              </a:defRPr>
            </a:lvl3pPr>
            <a:lvl4pPr algn="l">
              <a:defRPr sz="2550" b="1">
                <a:solidFill>
                  <a:srgbClr val="17243B"/>
                </a:solidFill>
                <a:latin typeface="Newsreader"/>
                <a:ea typeface="Newsreader"/>
                <a:cs typeface="Newsreader"/>
              </a:defRPr>
            </a:lvl4pPr>
            <a:lvl5pPr algn="l">
              <a:defRPr sz="2550" b="1">
                <a:solidFill>
                  <a:srgbClr val="17243B"/>
                </a:solidFill>
                <a:latin typeface="Newsreader"/>
                <a:ea typeface="Newsreader"/>
                <a:cs typeface="Newsreader"/>
              </a:defRPr>
            </a:lvl5pPr>
            <a:lvl6pPr algn="l">
              <a:defRPr sz="2550" b="1">
                <a:solidFill>
                  <a:srgbClr val="17243B"/>
                </a:solidFill>
                <a:latin typeface="Newsreader"/>
                <a:ea typeface="Newsreader"/>
                <a:cs typeface="Newsreader"/>
              </a:defRPr>
            </a:lvl6pPr>
            <a:lvl7pPr algn="l">
              <a:defRPr sz="2550" b="1">
                <a:solidFill>
                  <a:srgbClr val="17243B"/>
                </a:solidFill>
                <a:latin typeface="Newsreader"/>
                <a:ea typeface="Newsreader"/>
                <a:cs typeface="Newsreader"/>
              </a:defRPr>
            </a:lvl7pPr>
            <a:lvl8pPr algn="l">
              <a:defRPr sz="2550" b="1">
                <a:solidFill>
                  <a:srgbClr val="17243B"/>
                </a:solidFill>
                <a:latin typeface="Newsreader"/>
                <a:ea typeface="Newsreader"/>
                <a:cs typeface="Newsreader"/>
              </a:defRPr>
            </a:lvl8pPr>
            <a:lvl9pPr algn="l">
              <a:defRPr sz="2550" b="1">
                <a:solidFill>
                  <a:srgbClr val="17243B"/>
                </a:solidFill>
                <a:latin typeface="Newsreader"/>
                <a:ea typeface="Newsreader"/>
                <a:cs typeface="Newsreader"/>
              </a:defRPr>
            </a:lvl9pPr>
          </a:lstStyle>
          <a:p xmlns:a="http://schemas.openxmlformats.org/drawingml/2006/main">
            <a:pPr algn="l">
              <a:defRPr sz="2550" b="1">
                <a:solidFill>
                  <a:srgbClr val="17243B"/>
                </a:solidFill>
                <a:latin typeface="Newsreader"/>
                <a:ea typeface="Newsreader"/>
                <a:cs typeface="Newsreader"/>
              </a:defRPr>
            </a:pPr>
            <a:r>
              <a:rPr sz="2550" b="1">
                <a:solidFill>
                  <a:srgbClr val="17243B"/>
                </a:solidFill>
                <a:latin typeface="Newsreader"/>
                <a:ea typeface="Newsreader"/>
                <a:cs typeface="Newsreader"/>
              </a:rPr>
              <a:t>03  CI</a:t>
            </a:r>
          </a:p>
        </p:txBody>
      </p:sp>
      <p:sp>
        <p:nvSpPr>
          <p:cNvPr id="6" name="Section description 2">
            <a:extLst xmlns:a="http://schemas.openxmlformats.org/drawingml/2006/main">
              <a:ext uri="{FF2B5EF4-FFF2-40B4-BE49-F238E27FC236}">
                <a16:creationId xmlns:a16="http://schemas.microsoft.com/office/drawing/2014/main" id="{E52DA169-CF3A-4B0C-BACB-E42413D814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38375" y="2714625"/>
            <a:ext cx="857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defPPr>
            <a:lvl1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1pPr>
            <a:lvl2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2pPr>
            <a:lvl3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3pPr>
            <a:lvl4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4pPr>
            <a:lvl5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5pPr>
            <a:lvl6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6pPr>
            <a:lvl7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7pPr>
            <a:lvl8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8pPr>
            <a:lvl9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9pPr>
          </a:lstStyle>
          <a:p xmlns:a="http://schemas.openxmlformats.org/drawingml/2006/main">
            <a: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rPr>
              <a:t>Check every PR. Block the pipeline on failure.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17F6CD1-38B4-43F4-91F6-ED5AE85F7471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47ef7a5defb4dc3"/>
          <a:stretch xmlns:a="http://schemas.openxmlformats.org/drawingml/2006/main"/>
        </p:blipFill>
        <p:spPr>
          <a:xfrm xmlns:a="http://schemas.openxmlformats.org/drawingml/2006/main">
            <a:off x="1333500" y="2886075"/>
            <a:ext cx="9334500" cy="1143000"/>
          </a:xfrm>
          <a:prstGeom xmlns:a="http://schemas.openxmlformats.org/drawingml/2006/main" prst="rect">
            <a:avLst/>
          </a:prstGeom>
        </p:spPr>
      </p:pic>
      <p:pic>
        <p:nvPic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E24BA4F-9867-4A6A-B9F7-73E3BFF03AFA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2c635938dd54edc"/>
          <a:stretch xmlns:a="http://schemas.openxmlformats.org/drawingml/2006/main"/>
        </p:blipFill>
        <p:spPr>
          <a:xfrm xmlns:a="http://schemas.openxmlformats.org/drawingml/2006/main">
            <a:off x="1333500" y="3648075"/>
            <a:ext cx="9334500" cy="1143000"/>
          </a:xfrm>
          <a:prstGeom xmlns:a="http://schemas.openxmlformats.org/drawingml/2006/main" prst="rect">
            <a:avLst/>
          </a:prstGeom>
        </p:spPr>
      </p:pic>
      <p:pic>
        <p:nvPic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7372433-91C2-49C1-92E3-0ADE14B5E74B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d8de77864674fe9"/>
          <a:stretch xmlns:a="http://schemas.openxmlformats.org/drawingml/2006/main"/>
        </p:blipFill>
        <p:spPr>
          <a:xfrm xmlns:a="http://schemas.openxmlformats.org/drawingml/2006/main">
            <a:off x="1333500" y="4410075"/>
            <a:ext cx="9334500" cy="1143000"/>
          </a:xfrm>
          <a:prstGeom xmlns:a="http://schemas.openxmlformats.org/drawingml/2006/main" prst="rect">
            <a:avLst/>
          </a:prstGeom>
        </p:spPr>
      </p:pic>
      <p:pic>
        <p:nvPic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8D00E16-3D8E-40DE-9DAC-C01FB733EE73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2266e8ed3414b21"/>
          <a:stretch xmlns:a="http://schemas.openxmlformats.org/drawingml/2006/main"/>
        </p:blipFill>
        <p:spPr>
          <a:xfrm xmlns:a="http://schemas.openxmlformats.org/drawingml/2006/main">
            <a:off x="1333500" y="5172075"/>
            <a:ext cx="9334500" cy="1143000"/>
          </a:xfrm>
          <a:prstGeom xmlns:a="http://schemas.openxmlformats.org/drawingml/2006/main" prst="rect">
            <a:avLst/>
          </a:prstGeom>
        </p:spPr>
      </p:pic>
      <p:sp>
        <p:nvSpPr>
          <p:cNvPr id="11" name="Slide number">
            <a:extLst xmlns:a="http://schemas.openxmlformats.org/drawingml/2006/main">
              <a:ext uri="{FF2B5EF4-FFF2-40B4-BE49-F238E27FC236}">
                <a16:creationId xmlns:a16="http://schemas.microsoft.com/office/drawing/2014/main" id="{8921213C-0D19-4DE3-93D7-7972816895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48425"/>
            <a:ext cx="523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14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defPPr>
            <a:lvl1pPr algn="l">
              <a:defRPr sz="14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1pPr>
            <a:lvl2pPr algn="l">
              <a:defRPr sz="14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2pPr>
            <a:lvl3pPr algn="l">
              <a:defRPr sz="14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3pPr>
            <a:lvl4pPr algn="l">
              <a:defRPr sz="14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4pPr>
            <a:lvl5pPr algn="l">
              <a:defRPr sz="14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5pPr>
            <a:lvl6pPr algn="l">
              <a:defRPr sz="14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6pPr>
            <a:lvl7pPr algn="l">
              <a:defRPr sz="14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7pPr>
            <a:lvl8pPr algn="l">
              <a:defRPr sz="14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8pPr>
            <a:lvl9pPr algn="l">
              <a:defRPr sz="14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4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rPr>
              <a:t>14</a:t>
            </a:r>
          </a:p>
        </p:txBody>
      </p:sp>
    </p:spTree>
    <p:extLst>
      <p:ext uri="{BB962C8B-B14F-4D97-AF65-F5344CB8AC3E}">
        <p14:creationId xmlns:p14="http://schemas.microsoft.com/office/powerpoint/2010/main" val="2017489305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5F2E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Title">
            <a:extLst xmlns:a="http://schemas.openxmlformats.org/drawingml/2006/main">
              <a:ext uri="{FF2B5EF4-FFF2-40B4-BE49-F238E27FC236}">
                <a16:creationId xmlns:a16="http://schemas.microsoft.com/office/drawing/2014/main" id="{0DC891D9-42AB-4283-A6B6-6414E0A330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19125"/>
            <a:ext cx="106680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4500" b="0">
                <a:solidFill>
                  <a:srgbClr val="15181B"/>
                </a:solidFill>
                <a:latin typeface="Newsreader"/>
                <a:ea typeface="Newsreader"/>
                <a:cs typeface="Newsreader"/>
              </a:defRPr>
            </a:defPPr>
            <a:lvl1pPr algn="l">
              <a:defRPr sz="4500" b="0">
                <a:solidFill>
                  <a:srgbClr val="15181B"/>
                </a:solidFill>
                <a:latin typeface="Newsreader"/>
                <a:ea typeface="Newsreader"/>
                <a:cs typeface="Newsreader"/>
              </a:defRPr>
            </a:lvl1pPr>
            <a:lvl2pPr algn="l">
              <a:defRPr sz="4500" b="0">
                <a:solidFill>
                  <a:srgbClr val="15181B"/>
                </a:solidFill>
                <a:latin typeface="Newsreader"/>
                <a:ea typeface="Newsreader"/>
                <a:cs typeface="Newsreader"/>
              </a:defRPr>
            </a:lvl2pPr>
            <a:lvl3pPr algn="l">
              <a:defRPr sz="4500" b="0">
                <a:solidFill>
                  <a:srgbClr val="15181B"/>
                </a:solidFill>
                <a:latin typeface="Newsreader"/>
                <a:ea typeface="Newsreader"/>
                <a:cs typeface="Newsreader"/>
              </a:defRPr>
            </a:lvl3pPr>
            <a:lvl4pPr algn="l">
              <a:defRPr sz="4500" b="0">
                <a:solidFill>
                  <a:srgbClr val="15181B"/>
                </a:solidFill>
                <a:latin typeface="Newsreader"/>
                <a:ea typeface="Newsreader"/>
                <a:cs typeface="Newsreader"/>
              </a:defRPr>
            </a:lvl4pPr>
            <a:lvl5pPr algn="l">
              <a:defRPr sz="4500" b="0">
                <a:solidFill>
                  <a:srgbClr val="15181B"/>
                </a:solidFill>
                <a:latin typeface="Newsreader"/>
                <a:ea typeface="Newsreader"/>
                <a:cs typeface="Newsreader"/>
              </a:defRPr>
            </a:lvl5pPr>
            <a:lvl6pPr algn="l">
              <a:defRPr sz="4500" b="0">
                <a:solidFill>
                  <a:srgbClr val="15181B"/>
                </a:solidFill>
                <a:latin typeface="Newsreader"/>
                <a:ea typeface="Newsreader"/>
                <a:cs typeface="Newsreader"/>
              </a:defRPr>
            </a:lvl6pPr>
            <a:lvl7pPr algn="l">
              <a:defRPr sz="4500" b="0">
                <a:solidFill>
                  <a:srgbClr val="15181B"/>
                </a:solidFill>
                <a:latin typeface="Newsreader"/>
                <a:ea typeface="Newsreader"/>
                <a:cs typeface="Newsreader"/>
              </a:defRPr>
            </a:lvl7pPr>
            <a:lvl8pPr algn="l">
              <a:defRPr sz="4500" b="0">
                <a:solidFill>
                  <a:srgbClr val="15181B"/>
                </a:solidFill>
                <a:latin typeface="Newsreader"/>
                <a:ea typeface="Newsreader"/>
                <a:cs typeface="Newsreader"/>
              </a:defRPr>
            </a:lvl8pPr>
            <a:lvl9pPr algn="l">
              <a:defRPr sz="4500" b="0">
                <a:solidFill>
                  <a:srgbClr val="15181B"/>
                </a:solidFill>
                <a:latin typeface="Newsreader"/>
                <a:ea typeface="Newsreader"/>
                <a:cs typeface="Newsreader"/>
              </a:defRPr>
            </a:lvl9pPr>
          </a:lstStyle>
          <a:p xmlns:a="http://schemas.openxmlformats.org/drawingml/2006/main">
            <a:pPr algn="l">
              <a:defRPr sz="4500" b="0">
                <a:solidFill>
                  <a:srgbClr val="15181B"/>
                </a:solidFill>
                <a:latin typeface="Newsreader"/>
                <a:ea typeface="Newsreader"/>
                <a:cs typeface="Newsreader"/>
              </a:defRPr>
            </a:pPr>
            <a:r>
              <a:rPr sz="4500" b="0">
                <a:solidFill>
                  <a:srgbClr val="15181B"/>
                </a:solidFill>
                <a:latin typeface="Newsreader"/>
                <a:ea typeface="Newsreader"/>
                <a:cs typeface="Newsreader"/>
              </a:rPr>
              <a:t>Every PR goes through CI</a:t>
            </a:r>
          </a:p>
        </p:txBody>
      </p:sp>
      <p:sp>
        <p:nvSpPr>
          <p:cNvPr id="2" name="text">
            <a:extLst xmlns:a="http://schemas.openxmlformats.org/drawingml/2006/main">
              <a:ext uri="{FF2B5EF4-FFF2-40B4-BE49-F238E27FC236}">
                <a16:creationId xmlns:a16="http://schemas.microsoft.com/office/drawing/2014/main" id="{BBFED474-AE9F-4523-B2BA-1C83A63986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581150"/>
            <a:ext cx="10477500" cy="695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225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defPPr>
            <a:lvl1pPr algn="l">
              <a:defRPr sz="225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1pPr>
            <a:lvl2pPr algn="l">
              <a:defRPr sz="225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2pPr>
            <a:lvl3pPr algn="l">
              <a:defRPr sz="225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3pPr>
            <a:lvl4pPr algn="l">
              <a:defRPr sz="225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4pPr>
            <a:lvl5pPr algn="l">
              <a:defRPr sz="225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5pPr>
            <a:lvl6pPr algn="l">
              <a:defRPr sz="225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6pPr>
            <a:lvl7pPr algn="l">
              <a:defRPr sz="225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7pPr>
            <a:lvl8pPr algn="l">
              <a:defRPr sz="225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8pPr>
            <a:lvl9pPr algn="l">
              <a:defRPr sz="225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9pPr>
          </a:lstStyle>
          <a:p xmlns:a="http://schemas.openxmlformats.org/drawingml/2006/main">
            <a:pPr algn="l">
              <a:defRPr sz="225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25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rPr>
              <a:t>Failed checks block the pipeline until they pass.</a:t>
            </a:r>
          </a:p>
        </p:txBody>
      </p:sp>
      <p:sp>
        <p:nvSpPr>
          <p:cNvPr id="3" name="text">
            <a:extLst xmlns:a="http://schemas.openxmlformats.org/drawingml/2006/main">
              <a:ext uri="{FF2B5EF4-FFF2-40B4-BE49-F238E27FC236}">
                <a16:creationId xmlns:a16="http://schemas.microsoft.com/office/drawing/2014/main" id="{5D5F6098-1B53-4914-9540-DC58BE8B88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562225"/>
            <a:ext cx="32004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defPPr>
            <a:lvl1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1pPr>
            <a:lvl2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2pPr>
            <a:lvl3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3pPr>
            <a:lvl4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4pPr>
            <a:lvl5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5pPr>
            <a:lvl6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6pPr>
            <a:lvl7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7pPr>
            <a:lvl8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8pPr>
            <a:lvl9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9pPr>
          </a:lstStyle>
          <a:p xmlns:a="http://schemas.openxmlformats.org/drawingml/2006/main">
            <a: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rPr>
              <a:t>Run the checks</a:t>
            </a:r>
          </a:p>
        </p:txBody>
      </p:sp>
      <p:sp>
        <p:nvSpPr>
          <p:cNvPr id="4" name="text">
            <a:extLst xmlns:a="http://schemas.openxmlformats.org/drawingml/2006/main">
              <a:ext uri="{FF2B5EF4-FFF2-40B4-BE49-F238E27FC236}">
                <a16:creationId xmlns:a16="http://schemas.microsoft.com/office/drawing/2014/main" id="{C0035A50-773B-4827-9052-FFC371DA63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2562225"/>
            <a:ext cx="7048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defPPr>
            <a:lvl1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1pPr>
            <a:lvl2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2pPr>
            <a:lvl3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3pPr>
            <a:lvl4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4pPr>
            <a:lvl5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5pPr>
            <a:lvl6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6pPr>
            <a:lvl7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7pPr>
            <a:lvl8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8pPr>
            <a:lvl9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9pPr>
          </a:lstStyle>
          <a:p xmlns:a="http://schemas.openxmlformats.org/drawingml/2006/main">
            <a: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rPr>
              <a:t>Lint, types, tests and build on every PR.</a:t>
            </a:r>
          </a:p>
        </p:txBody>
      </p:sp>
      <p:sp>
        <p:nvSpPr>
          <p:cNvPr id="5" name="text">
            <a:extLst xmlns:a="http://schemas.openxmlformats.org/drawingml/2006/main">
              <a:ext uri="{FF2B5EF4-FFF2-40B4-BE49-F238E27FC236}">
                <a16:creationId xmlns:a16="http://schemas.microsoft.com/office/drawing/2014/main" id="{DB1CBC73-27AA-45A0-9AAF-DA45922F12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667125"/>
            <a:ext cx="32004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defPPr>
            <a:lvl1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1pPr>
            <a:lvl2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2pPr>
            <a:lvl3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3pPr>
            <a:lvl4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4pPr>
            <a:lvl5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5pPr>
            <a:lvl6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6pPr>
            <a:lvl7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7pPr>
            <a:lvl8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8pPr>
            <a:lvl9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9pPr>
          </a:lstStyle>
          <a:p xmlns:a="http://schemas.openxmlformats.org/drawingml/2006/main">
            <a: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rPr>
              <a:t>Parole evaluates</a:t>
            </a:r>
          </a:p>
        </p:txBody>
      </p:sp>
      <p:sp>
        <p:nvSpPr>
          <p:cNvPr id="6" name="text">
            <a:extLst xmlns:a="http://schemas.openxmlformats.org/drawingml/2006/main">
              <a:ext uri="{FF2B5EF4-FFF2-40B4-BE49-F238E27FC236}">
                <a16:creationId xmlns:a16="http://schemas.microsoft.com/office/drawing/2014/main" id="{5B9B3A2B-E85C-47DF-A999-ED4D5E242E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3667125"/>
            <a:ext cx="7048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defPPr>
            <a:lvl1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1pPr>
            <a:lvl2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2pPr>
            <a:lvl3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3pPr>
            <a:lvl4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4pPr>
            <a:lvl5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5pPr>
            <a:lvl6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6pPr>
            <a:lvl7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7pPr>
            <a:lvl8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8pPr>
            <a:lvl9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9pPr>
          </a:lstStyle>
          <a:p xmlns:a="http://schemas.openxmlformats.org/drawingml/2006/main">
            <a: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rPr>
              <a:t>Watch CI results. Investigate each failure.</a:t>
            </a:r>
          </a:p>
        </p:txBody>
      </p:sp>
      <p:sp>
        <p:nvSpPr>
          <p:cNvPr id="7" name="text">
            <a:extLst xmlns:a="http://schemas.openxmlformats.org/drawingml/2006/main">
              <a:ext uri="{FF2B5EF4-FFF2-40B4-BE49-F238E27FC236}">
                <a16:creationId xmlns:a16="http://schemas.microsoft.com/office/drawing/2014/main" id="{714CA0ED-6B85-4A64-AEB4-589D859DA5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772025"/>
            <a:ext cx="32004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defPPr>
            <a:lvl1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1pPr>
            <a:lvl2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2pPr>
            <a:lvl3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3pPr>
            <a:lvl4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4pPr>
            <a:lvl5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5pPr>
            <a:lvl6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6pPr>
            <a:lvl7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7pPr>
            <a:lvl8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8pPr>
            <a:lvl9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9pPr>
          </a:lstStyle>
          <a:p xmlns:a="http://schemas.openxmlformats.org/drawingml/2006/main">
            <a: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rPr>
              <a:t>Michelin fixes</a:t>
            </a:r>
          </a:p>
        </p:txBody>
      </p:sp>
      <p:sp>
        <p:nvSpPr>
          <p:cNvPr id="8" name="text">
            <a:extLst xmlns:a="http://schemas.openxmlformats.org/drawingml/2006/main">
              <a:ext uri="{FF2B5EF4-FFF2-40B4-BE49-F238E27FC236}">
                <a16:creationId xmlns:a16="http://schemas.microsoft.com/office/drawing/2014/main" id="{A5928E01-694F-4D8B-9D8F-ABB0F9F95E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4772025"/>
            <a:ext cx="7048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defPPr>
            <a:lvl1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1pPr>
            <a:lvl2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2pPr>
            <a:lvl3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3pPr>
            <a:lvl4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4pPr>
            <a:lvl5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5pPr>
            <a:lvl6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6pPr>
            <a:lvl7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7pPr>
            <a:lvl8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8pPr>
            <a:lvl9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9pPr>
          </a:lstStyle>
          <a:p xmlns:a="http://schemas.openxmlformats.org/drawingml/2006/main">
            <a: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rPr>
              <a:t>Make the correction. Commit, push and run again.</a:t>
            </a:r>
          </a:p>
        </p:txBody>
      </p:sp>
      <p:sp>
        <p:nvSpPr>
          <p:cNvPr id="9" name="text">
            <a:extLst xmlns:a="http://schemas.openxmlformats.org/drawingml/2006/main">
              <a:ext uri="{FF2B5EF4-FFF2-40B4-BE49-F238E27FC236}">
                <a16:creationId xmlns:a16="http://schemas.microsoft.com/office/drawing/2014/main" id="{121A0465-251C-4F52-AAF0-5AEFB0D22E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6067425"/>
            <a:ext cx="10572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17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defPPr>
            <a:lvl1pPr algn="l">
              <a:defRPr sz="17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1pPr>
            <a:lvl2pPr algn="l">
              <a:defRPr sz="17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2pPr>
            <a:lvl3pPr algn="l">
              <a:defRPr sz="17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3pPr>
            <a:lvl4pPr algn="l">
              <a:defRPr sz="17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4pPr>
            <a:lvl5pPr algn="l">
              <a:defRPr sz="17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5pPr>
            <a:lvl6pPr algn="l">
              <a:defRPr sz="17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6pPr>
            <a:lvl7pPr algn="l">
              <a:defRPr sz="17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7pPr>
            <a:lvl8pPr algn="l">
              <a:defRPr sz="17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8pPr>
            <a:lvl9pPr algn="l">
              <a:defRPr sz="17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9pPr>
          </a:lstStyle>
          <a:p xmlns:a="http://schemas.openxmlformats.org/drawingml/2006/main">
            <a:pPr algn="l">
              <a:defRPr sz="17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7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rPr>
              <a:t>The loop repeats until the required checks pass.</a:t>
            </a:r>
          </a:p>
        </p:txBody>
      </p:sp>
      <p:sp>
        <p:nvSpPr>
          <p:cNvPr id="10" name="Slide number">
            <a:extLst xmlns:a="http://schemas.openxmlformats.org/drawingml/2006/main">
              <a:ext uri="{FF2B5EF4-FFF2-40B4-BE49-F238E27FC236}">
                <a16:creationId xmlns:a16="http://schemas.microsoft.com/office/drawing/2014/main" id="{C30BB384-70C4-4A8F-8C66-113C43C1F8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48425"/>
            <a:ext cx="523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defPPr>
            <a:lvl1pPr algn="l">
              <a:def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1pPr>
            <a:lvl2pPr algn="l">
              <a:def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2pPr>
            <a:lvl3pPr algn="l">
              <a:def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3pPr>
            <a:lvl4pPr algn="l">
              <a:def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4pPr>
            <a:lvl5pPr algn="l">
              <a:def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5pPr>
            <a:lvl6pPr algn="l">
              <a:def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6pPr>
            <a:lvl7pPr algn="l">
              <a:def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7pPr>
            <a:lvl8pPr algn="l">
              <a:def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8pPr>
            <a:lvl9pPr algn="l">
              <a:def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rPr>
              <a:t>15</a:t>
            </a:r>
          </a:p>
        </p:txBody>
      </p:sp>
    </p:spTree>
    <p:extLst>
      <p:ext uri="{BB962C8B-B14F-4D97-AF65-F5344CB8AC3E}">
        <p14:creationId xmlns:p14="http://schemas.microsoft.com/office/powerpoint/2010/main" val="1070225988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5F2E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Title">
            <a:extLst xmlns:a="http://schemas.openxmlformats.org/drawingml/2006/main">
              <a:ext uri="{FF2B5EF4-FFF2-40B4-BE49-F238E27FC236}">
                <a16:creationId xmlns:a16="http://schemas.microsoft.com/office/drawing/2014/main" id="{21578B16-2DDD-4F9C-8D17-AC9B9B88E3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19125"/>
            <a:ext cx="106680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4500" b="0">
                <a:solidFill>
                  <a:srgbClr val="15181B"/>
                </a:solidFill>
                <a:latin typeface="Newsreader"/>
                <a:ea typeface="Newsreader"/>
                <a:cs typeface="Newsreader"/>
              </a:defRPr>
            </a:defPPr>
            <a:lvl1pPr algn="l">
              <a:defRPr sz="4500" b="0">
                <a:solidFill>
                  <a:srgbClr val="15181B"/>
                </a:solidFill>
                <a:latin typeface="Newsreader"/>
                <a:ea typeface="Newsreader"/>
                <a:cs typeface="Newsreader"/>
              </a:defRPr>
            </a:lvl1pPr>
            <a:lvl2pPr algn="l">
              <a:defRPr sz="4500" b="0">
                <a:solidFill>
                  <a:srgbClr val="15181B"/>
                </a:solidFill>
                <a:latin typeface="Newsreader"/>
                <a:ea typeface="Newsreader"/>
                <a:cs typeface="Newsreader"/>
              </a:defRPr>
            </a:lvl2pPr>
            <a:lvl3pPr algn="l">
              <a:defRPr sz="4500" b="0">
                <a:solidFill>
                  <a:srgbClr val="15181B"/>
                </a:solidFill>
                <a:latin typeface="Newsreader"/>
                <a:ea typeface="Newsreader"/>
                <a:cs typeface="Newsreader"/>
              </a:defRPr>
            </a:lvl3pPr>
            <a:lvl4pPr algn="l">
              <a:defRPr sz="4500" b="0">
                <a:solidFill>
                  <a:srgbClr val="15181B"/>
                </a:solidFill>
                <a:latin typeface="Newsreader"/>
                <a:ea typeface="Newsreader"/>
                <a:cs typeface="Newsreader"/>
              </a:defRPr>
            </a:lvl4pPr>
            <a:lvl5pPr algn="l">
              <a:defRPr sz="4500" b="0">
                <a:solidFill>
                  <a:srgbClr val="15181B"/>
                </a:solidFill>
                <a:latin typeface="Newsreader"/>
                <a:ea typeface="Newsreader"/>
                <a:cs typeface="Newsreader"/>
              </a:defRPr>
            </a:lvl5pPr>
            <a:lvl6pPr algn="l">
              <a:defRPr sz="4500" b="0">
                <a:solidFill>
                  <a:srgbClr val="15181B"/>
                </a:solidFill>
                <a:latin typeface="Newsreader"/>
                <a:ea typeface="Newsreader"/>
                <a:cs typeface="Newsreader"/>
              </a:defRPr>
            </a:lvl6pPr>
            <a:lvl7pPr algn="l">
              <a:defRPr sz="4500" b="0">
                <a:solidFill>
                  <a:srgbClr val="15181B"/>
                </a:solidFill>
                <a:latin typeface="Newsreader"/>
                <a:ea typeface="Newsreader"/>
                <a:cs typeface="Newsreader"/>
              </a:defRPr>
            </a:lvl7pPr>
            <a:lvl8pPr algn="l">
              <a:defRPr sz="4500" b="0">
                <a:solidFill>
                  <a:srgbClr val="15181B"/>
                </a:solidFill>
                <a:latin typeface="Newsreader"/>
                <a:ea typeface="Newsreader"/>
                <a:cs typeface="Newsreader"/>
              </a:defRPr>
            </a:lvl8pPr>
            <a:lvl9pPr algn="l">
              <a:defRPr sz="4500" b="0">
                <a:solidFill>
                  <a:srgbClr val="15181B"/>
                </a:solidFill>
                <a:latin typeface="Newsreader"/>
                <a:ea typeface="Newsreader"/>
                <a:cs typeface="Newsreader"/>
              </a:defRPr>
            </a:lvl9pPr>
          </a:lstStyle>
          <a:p xmlns:a="http://schemas.openxmlformats.org/drawingml/2006/main">
            <a:pPr algn="l">
              <a:defRPr sz="4500" b="0">
                <a:solidFill>
                  <a:srgbClr val="15181B"/>
                </a:solidFill>
                <a:latin typeface="Newsreader"/>
                <a:ea typeface="Newsreader"/>
                <a:cs typeface="Newsreader"/>
              </a:defRPr>
            </a:pPr>
            <a:r>
              <a:rPr sz="4500" b="0">
                <a:solidFill>
                  <a:srgbClr val="15181B"/>
                </a:solidFill>
                <a:latin typeface="Newsreader"/>
                <a:ea typeface="Newsreader"/>
                <a:cs typeface="Newsreader"/>
              </a:rPr>
              <a:t>The quality bar keeps rising</a:t>
            </a:r>
          </a:p>
        </p:txBody>
      </p:sp>
      <p:sp>
        <p:nvSpPr>
          <p:cNvPr id="2" name="Metric value">
            <a:extLst xmlns:a="http://schemas.openxmlformats.org/drawingml/2006/main">
              <a:ext uri="{FF2B5EF4-FFF2-40B4-BE49-F238E27FC236}">
                <a16:creationId xmlns:a16="http://schemas.microsoft.com/office/drawing/2014/main" id="{91E67079-4C34-48A2-9B9C-12446541EB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676525"/>
            <a:ext cx="10287000" cy="2000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13200" b="0">
                <a:solidFill>
                  <a:srgbClr val="00786F"/>
                </a:solidFill>
                <a:latin typeface="Newsreader"/>
                <a:ea typeface="Newsreader"/>
                <a:cs typeface="Newsreader"/>
              </a:defRPr>
            </a:defPPr>
            <a:lvl1pPr algn="l">
              <a:defRPr sz="13200" b="0">
                <a:solidFill>
                  <a:srgbClr val="00786F"/>
                </a:solidFill>
                <a:latin typeface="Newsreader"/>
                <a:ea typeface="Newsreader"/>
                <a:cs typeface="Newsreader"/>
              </a:defRPr>
            </a:lvl1pPr>
            <a:lvl2pPr algn="l">
              <a:defRPr sz="13200" b="0">
                <a:solidFill>
                  <a:srgbClr val="00786F"/>
                </a:solidFill>
                <a:latin typeface="Newsreader"/>
                <a:ea typeface="Newsreader"/>
                <a:cs typeface="Newsreader"/>
              </a:defRPr>
            </a:lvl2pPr>
            <a:lvl3pPr algn="l">
              <a:defRPr sz="13200" b="0">
                <a:solidFill>
                  <a:srgbClr val="00786F"/>
                </a:solidFill>
                <a:latin typeface="Newsreader"/>
                <a:ea typeface="Newsreader"/>
                <a:cs typeface="Newsreader"/>
              </a:defRPr>
            </a:lvl3pPr>
            <a:lvl4pPr algn="l">
              <a:defRPr sz="13200" b="0">
                <a:solidFill>
                  <a:srgbClr val="00786F"/>
                </a:solidFill>
                <a:latin typeface="Newsreader"/>
                <a:ea typeface="Newsreader"/>
                <a:cs typeface="Newsreader"/>
              </a:defRPr>
            </a:lvl4pPr>
            <a:lvl5pPr algn="l">
              <a:defRPr sz="13200" b="0">
                <a:solidFill>
                  <a:srgbClr val="00786F"/>
                </a:solidFill>
                <a:latin typeface="Newsreader"/>
                <a:ea typeface="Newsreader"/>
                <a:cs typeface="Newsreader"/>
              </a:defRPr>
            </a:lvl5pPr>
            <a:lvl6pPr algn="l">
              <a:defRPr sz="13200" b="0">
                <a:solidFill>
                  <a:srgbClr val="00786F"/>
                </a:solidFill>
                <a:latin typeface="Newsreader"/>
                <a:ea typeface="Newsreader"/>
                <a:cs typeface="Newsreader"/>
              </a:defRPr>
            </a:lvl6pPr>
            <a:lvl7pPr algn="l">
              <a:defRPr sz="13200" b="0">
                <a:solidFill>
                  <a:srgbClr val="00786F"/>
                </a:solidFill>
                <a:latin typeface="Newsreader"/>
                <a:ea typeface="Newsreader"/>
                <a:cs typeface="Newsreader"/>
              </a:defRPr>
            </a:lvl7pPr>
            <a:lvl8pPr algn="l">
              <a:defRPr sz="13200" b="0">
                <a:solidFill>
                  <a:srgbClr val="00786F"/>
                </a:solidFill>
                <a:latin typeface="Newsreader"/>
                <a:ea typeface="Newsreader"/>
                <a:cs typeface="Newsreader"/>
              </a:defRPr>
            </a:lvl8pPr>
            <a:lvl9pPr algn="l">
              <a:defRPr sz="13200" b="0">
                <a:solidFill>
                  <a:srgbClr val="00786F"/>
                </a:solidFill>
                <a:latin typeface="Newsreader"/>
                <a:ea typeface="Newsreader"/>
                <a:cs typeface="Newsreader"/>
              </a:defRPr>
            </a:lvl9pPr>
          </a:lstStyle>
          <a:p xmlns:a="http://schemas.openxmlformats.org/drawingml/2006/main">
            <a:pPr algn="l">
              <a:defRPr sz="13200" b="0">
                <a:solidFill>
                  <a:srgbClr val="00786F"/>
                </a:solidFill>
                <a:latin typeface="Newsreader"/>
                <a:ea typeface="Newsreader"/>
                <a:cs typeface="Newsreader"/>
              </a:defRPr>
            </a:pPr>
            <a:r>
              <a:rPr sz="13200" b="0">
                <a:solidFill>
                  <a:srgbClr val="00786F"/>
                </a:solidFill>
                <a:latin typeface="Newsreader"/>
                <a:ea typeface="Newsreader"/>
                <a:cs typeface="Newsreader"/>
              </a:rPr>
              <a:t>99.26%</a:t>
            </a:r>
          </a:p>
        </p:txBody>
      </p:sp>
      <p:sp>
        <p:nvSpPr>
          <p:cNvPr id="3" name="text">
            <a:extLst xmlns:a="http://schemas.openxmlformats.org/drawingml/2006/main">
              <a:ext uri="{FF2B5EF4-FFF2-40B4-BE49-F238E27FC236}">
                <a16:creationId xmlns:a16="http://schemas.microsoft.com/office/drawing/2014/main" id="{B74FE5C4-23A5-4A26-8D70-4C6D694E54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857750"/>
            <a:ext cx="10287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240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defPPr>
            <a:lvl1pPr algn="l">
              <a:defRPr sz="240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1pPr>
            <a:lvl2pPr algn="l">
              <a:defRPr sz="240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2pPr>
            <a:lvl3pPr algn="l">
              <a:defRPr sz="240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3pPr>
            <a:lvl4pPr algn="l">
              <a:defRPr sz="240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4pPr>
            <a:lvl5pPr algn="l">
              <a:defRPr sz="240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5pPr>
            <a:lvl6pPr algn="l">
              <a:defRPr sz="240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6pPr>
            <a:lvl7pPr algn="l">
              <a:defRPr sz="240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7pPr>
            <a:lvl8pPr algn="l">
              <a:defRPr sz="240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8pPr>
            <a:lvl9pPr algn="l">
              <a:defRPr sz="240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9pPr>
          </a:lstStyle>
          <a:p xmlns:a="http://schemas.openxmlformats.org/drawingml/2006/main">
            <a:pPr algn="l">
              <a:defRPr sz="240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40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rPr>
              <a:t>Line coverage, 8 October 2026</a:t>
            </a:r>
          </a:p>
        </p:txBody>
      </p:sp>
      <p:sp>
        <p:nvSpPr>
          <p:cNvPr id="4" name="text">
            <a:extLst xmlns:a="http://schemas.openxmlformats.org/drawingml/2006/main">
              <a:ext uri="{FF2B5EF4-FFF2-40B4-BE49-F238E27FC236}">
                <a16:creationId xmlns:a16="http://schemas.microsoft.com/office/drawing/2014/main" id="{D99F1E28-B184-40A0-9A63-227D3B7C3F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6067425"/>
            <a:ext cx="10572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17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defPPr>
            <a:lvl1pPr algn="l">
              <a:defRPr sz="17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1pPr>
            <a:lvl2pPr algn="l">
              <a:defRPr sz="17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2pPr>
            <a:lvl3pPr algn="l">
              <a:defRPr sz="17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3pPr>
            <a:lvl4pPr algn="l">
              <a:defRPr sz="17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4pPr>
            <a:lvl5pPr algn="l">
              <a:defRPr sz="17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5pPr>
            <a:lvl6pPr algn="l">
              <a:defRPr sz="17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6pPr>
            <a:lvl7pPr algn="l">
              <a:defRPr sz="17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7pPr>
            <a:lvl8pPr algn="l">
              <a:defRPr sz="17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8pPr>
            <a:lvl9pPr algn="l">
              <a:defRPr sz="17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9pPr>
          </a:lstStyle>
          <a:p xmlns:a="http://schemas.openxmlformats.org/drawingml/2006/main">
            <a:pPr algn="l">
              <a:defRPr sz="17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7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rPr>
              <a:t>Measured scope changed. More tested lines, fewer eligible lines.</a:t>
            </a:r>
          </a:p>
          <a:p xmlns:a="http://schemas.openxmlformats.org/drawingml/2006/main">
            <a:pPr algn="l">
              <a:defRPr sz="17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7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rPr>
              <a:t>CI now preserves this baseline.</a:t>
            </a:r>
          </a:p>
        </p:txBody>
      </p:sp>
      <p:sp>
        <p:nvSpPr>
          <p:cNvPr id="5" name="Slide number">
            <a:extLst xmlns:a="http://schemas.openxmlformats.org/drawingml/2006/main">
              <a:ext uri="{FF2B5EF4-FFF2-40B4-BE49-F238E27FC236}">
                <a16:creationId xmlns:a16="http://schemas.microsoft.com/office/drawing/2014/main" id="{1AC0520B-EE31-4238-A181-7F97B67A3F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48425"/>
            <a:ext cx="523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defPPr>
            <a:lvl1pPr algn="l">
              <a:def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1pPr>
            <a:lvl2pPr algn="l">
              <a:def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2pPr>
            <a:lvl3pPr algn="l">
              <a:def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3pPr>
            <a:lvl4pPr algn="l">
              <a:def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4pPr>
            <a:lvl5pPr algn="l">
              <a:def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5pPr>
            <a:lvl6pPr algn="l">
              <a:def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6pPr>
            <a:lvl7pPr algn="l">
              <a:def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7pPr>
            <a:lvl8pPr algn="l">
              <a:def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8pPr>
            <a:lvl9pPr algn="l">
              <a:def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rPr>
              <a:t>16</a:t>
            </a:r>
          </a:p>
        </p:txBody>
      </p:sp>
    </p:spTree>
    <p:extLst>
      <p:ext uri="{BB962C8B-B14F-4D97-AF65-F5344CB8AC3E}">
        <p14:creationId xmlns:p14="http://schemas.microsoft.com/office/powerpoint/2010/main" val="92843051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E7EC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Completed section 0">
            <a:extLst xmlns:a="http://schemas.openxmlformats.org/drawingml/2006/main">
              <a:ext uri="{FF2B5EF4-FFF2-40B4-BE49-F238E27FC236}">
                <a16:creationId xmlns:a16="http://schemas.microsoft.com/office/drawing/2014/main" id="{7DF8CAFB-14AB-4EF6-8404-B720ECD318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790575"/>
            <a:ext cx="9144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defRPr>
            </a:defPPr>
            <a:lvl1pPr algn="l">
              <a:def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defRPr>
            </a:lvl1pPr>
            <a:lvl2pPr algn="l">
              <a:def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defRPr>
            </a:lvl2pPr>
            <a:lvl3pPr algn="l">
              <a:def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defRPr>
            </a:lvl3pPr>
            <a:lvl4pPr algn="l">
              <a:def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defRPr>
            </a:lvl4pPr>
            <a:lvl5pPr algn="l">
              <a:def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defRPr>
            </a:lvl5pPr>
            <a:lvl6pPr algn="l">
              <a:def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defRPr>
            </a:lvl6pPr>
            <a:lvl7pPr algn="l">
              <a:def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defRPr>
            </a:lvl7pPr>
            <a:lvl8pPr algn="l">
              <a:def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defRPr>
            </a:lvl8pPr>
            <a:lvl9pPr algn="l">
              <a:def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defRPr>
            </a:lvl9pPr>
          </a:lstStyle>
          <a:p xmlns:a="http://schemas.openxmlformats.org/drawingml/2006/main">
            <a:pPr algn="l">
              <a:def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defRPr>
            </a:pPr>
            <a:r>
              <a: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rPr>
              <a:t>01  Skills</a:t>
            </a:r>
          </a:p>
        </p:txBody>
      </p:sp>
      <p:sp>
        <p:nvSpPr>
          <p:cNvPr id="2" name="Section description 0">
            <a:extLst xmlns:a="http://schemas.openxmlformats.org/drawingml/2006/main">
              <a:ext uri="{FF2B5EF4-FFF2-40B4-BE49-F238E27FC236}">
                <a16:creationId xmlns:a16="http://schemas.microsoft.com/office/drawing/2014/main" id="{8BC7070D-6403-42F3-937C-100E8A1EB7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38375" y="1190625"/>
            <a:ext cx="857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defPPr>
            <a:lvl1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1pPr>
            <a:lvl2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2pPr>
            <a:lvl3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3pPr>
            <a:lvl4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4pPr>
            <a:lvl5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5pPr>
            <a:lvl6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6pPr>
            <a:lvl7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7pPr>
            <a:lvl8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8pPr>
            <a:lvl9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9pPr>
          </a:lstStyle>
          <a:p xmlns:a="http://schemas.openxmlformats.org/drawingml/2006/main">
            <a: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rPr>
              <a:t>Make good engineering habits repeatable.</a:t>
            </a:r>
          </a:p>
        </p:txBody>
      </p:sp>
      <p:sp>
        <p:nvSpPr>
          <p:cNvPr id="3" name="Completed section 1">
            <a:extLst xmlns:a="http://schemas.openxmlformats.org/drawingml/2006/main">
              <a:ext uri="{FF2B5EF4-FFF2-40B4-BE49-F238E27FC236}">
                <a16:creationId xmlns:a16="http://schemas.microsoft.com/office/drawing/2014/main" id="{7662F9CC-CD96-495F-A84C-0DF822A1A6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1552575"/>
            <a:ext cx="9144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defRPr>
            </a:defPPr>
            <a:lvl1pPr algn="l">
              <a:def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defRPr>
            </a:lvl1pPr>
            <a:lvl2pPr algn="l">
              <a:def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defRPr>
            </a:lvl2pPr>
            <a:lvl3pPr algn="l">
              <a:def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defRPr>
            </a:lvl3pPr>
            <a:lvl4pPr algn="l">
              <a:def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defRPr>
            </a:lvl4pPr>
            <a:lvl5pPr algn="l">
              <a:def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defRPr>
            </a:lvl5pPr>
            <a:lvl6pPr algn="l">
              <a:def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defRPr>
            </a:lvl6pPr>
            <a:lvl7pPr algn="l">
              <a:def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defRPr>
            </a:lvl7pPr>
            <a:lvl8pPr algn="l">
              <a:def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defRPr>
            </a:lvl8pPr>
            <a:lvl9pPr algn="l">
              <a:def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defRPr>
            </a:lvl9pPr>
          </a:lstStyle>
          <a:p xmlns:a="http://schemas.openxmlformats.org/drawingml/2006/main">
            <a:pPr algn="l">
              <a:def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defRPr>
            </a:pPr>
            <a:r>
              <a: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rPr>
              <a:t>02  Testing</a:t>
            </a:r>
          </a:p>
        </p:txBody>
      </p:sp>
      <p:sp>
        <p:nvSpPr>
          <p:cNvPr id="4" name="Section description 1">
            <a:extLst xmlns:a="http://schemas.openxmlformats.org/drawingml/2006/main">
              <a:ext uri="{FF2B5EF4-FFF2-40B4-BE49-F238E27FC236}">
                <a16:creationId xmlns:a16="http://schemas.microsoft.com/office/drawing/2014/main" id="{6E91E5EE-B888-45A2-AFB9-2F32734DFD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38375" y="1952625"/>
            <a:ext cx="857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defPPr>
            <a:lvl1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1pPr>
            <a:lvl2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2pPr>
            <a:lvl3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3pPr>
            <a:lvl4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4pPr>
            <a:lvl5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5pPr>
            <a:lvl6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6pPr>
            <a:lvl7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7pPr>
            <a:lvl8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8pPr>
            <a:lvl9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9pPr>
          </a:lstStyle>
          <a:p xmlns:a="http://schemas.openxmlformats.org/drawingml/2006/main">
            <a: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rPr>
              <a:t>Make each check protect real behaviour.</a:t>
            </a:r>
          </a:p>
        </p:txBody>
      </p:sp>
      <p:sp>
        <p:nvSpPr>
          <p:cNvPr id="5" name="Completed section 2">
            <a:extLst xmlns:a="http://schemas.openxmlformats.org/drawingml/2006/main">
              <a:ext uri="{FF2B5EF4-FFF2-40B4-BE49-F238E27FC236}">
                <a16:creationId xmlns:a16="http://schemas.microsoft.com/office/drawing/2014/main" id="{7815246A-0D70-45FB-A2E6-2EB6D66DA5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2314575"/>
            <a:ext cx="9144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defRPr>
            </a:defPPr>
            <a:lvl1pPr algn="l">
              <a:def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defRPr>
            </a:lvl1pPr>
            <a:lvl2pPr algn="l">
              <a:def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defRPr>
            </a:lvl2pPr>
            <a:lvl3pPr algn="l">
              <a:def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defRPr>
            </a:lvl3pPr>
            <a:lvl4pPr algn="l">
              <a:def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defRPr>
            </a:lvl4pPr>
            <a:lvl5pPr algn="l">
              <a:def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defRPr>
            </a:lvl5pPr>
            <a:lvl6pPr algn="l">
              <a:def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defRPr>
            </a:lvl6pPr>
            <a:lvl7pPr algn="l">
              <a:def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defRPr>
            </a:lvl7pPr>
            <a:lvl8pPr algn="l">
              <a:def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defRPr>
            </a:lvl8pPr>
            <a:lvl9pPr algn="l">
              <a:def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defRPr>
            </a:lvl9pPr>
          </a:lstStyle>
          <a:p xmlns:a="http://schemas.openxmlformats.org/drawingml/2006/main">
            <a:pPr algn="l">
              <a:def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defRPr>
            </a:pPr>
            <a:r>
              <a: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rPr>
              <a:t>03  CI</a:t>
            </a:r>
          </a:p>
        </p:txBody>
      </p:sp>
      <p:sp>
        <p:nvSpPr>
          <p:cNvPr id="6" name="Section description 2">
            <a:extLst xmlns:a="http://schemas.openxmlformats.org/drawingml/2006/main">
              <a:ext uri="{FF2B5EF4-FFF2-40B4-BE49-F238E27FC236}">
                <a16:creationId xmlns:a16="http://schemas.microsoft.com/office/drawing/2014/main" id="{849E8B95-74E8-4E2D-B1A7-4EEE8BF90D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38375" y="2714625"/>
            <a:ext cx="857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defPPr>
            <a:lvl1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1pPr>
            <a:lvl2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2pPr>
            <a:lvl3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3pPr>
            <a:lvl4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4pPr>
            <a:lvl5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5pPr>
            <a:lvl6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6pPr>
            <a:lvl7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7pPr>
            <a:lvl8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8pPr>
            <a:lvl9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9pPr>
          </a:lstStyle>
          <a:p xmlns:a="http://schemas.openxmlformats.org/drawingml/2006/main">
            <a: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rPr>
              <a:t>Check every PR. Block the pipeline on failure.</a:t>
            </a:r>
          </a:p>
        </p:txBody>
      </p:sp>
      <p:sp>
        <p:nvSpPr>
          <p:cNvPr id="7" name="Active section">
            <a:extLst xmlns:a="http://schemas.openxmlformats.org/drawingml/2006/main">
              <a:ext uri="{FF2B5EF4-FFF2-40B4-BE49-F238E27FC236}">
                <a16:creationId xmlns:a16="http://schemas.microsoft.com/office/drawing/2014/main" id="{3D0B6D4A-913A-46F8-ADC9-9ABC521CF0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3076575"/>
            <a:ext cx="9144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2550" b="1">
                <a:solidFill>
                  <a:srgbClr val="17243B"/>
                </a:solidFill>
                <a:latin typeface="Newsreader"/>
                <a:ea typeface="Newsreader"/>
                <a:cs typeface="Newsreader"/>
              </a:defRPr>
            </a:defPPr>
            <a:lvl1pPr algn="l">
              <a:defRPr sz="2550" b="1">
                <a:solidFill>
                  <a:srgbClr val="17243B"/>
                </a:solidFill>
                <a:latin typeface="Newsreader"/>
                <a:ea typeface="Newsreader"/>
                <a:cs typeface="Newsreader"/>
              </a:defRPr>
            </a:lvl1pPr>
            <a:lvl2pPr algn="l">
              <a:defRPr sz="2550" b="1">
                <a:solidFill>
                  <a:srgbClr val="17243B"/>
                </a:solidFill>
                <a:latin typeface="Newsreader"/>
                <a:ea typeface="Newsreader"/>
                <a:cs typeface="Newsreader"/>
              </a:defRPr>
            </a:lvl2pPr>
            <a:lvl3pPr algn="l">
              <a:defRPr sz="2550" b="1">
                <a:solidFill>
                  <a:srgbClr val="17243B"/>
                </a:solidFill>
                <a:latin typeface="Newsreader"/>
                <a:ea typeface="Newsreader"/>
                <a:cs typeface="Newsreader"/>
              </a:defRPr>
            </a:lvl3pPr>
            <a:lvl4pPr algn="l">
              <a:defRPr sz="2550" b="1">
                <a:solidFill>
                  <a:srgbClr val="17243B"/>
                </a:solidFill>
                <a:latin typeface="Newsreader"/>
                <a:ea typeface="Newsreader"/>
                <a:cs typeface="Newsreader"/>
              </a:defRPr>
            </a:lvl4pPr>
            <a:lvl5pPr algn="l">
              <a:defRPr sz="2550" b="1">
                <a:solidFill>
                  <a:srgbClr val="17243B"/>
                </a:solidFill>
                <a:latin typeface="Newsreader"/>
                <a:ea typeface="Newsreader"/>
                <a:cs typeface="Newsreader"/>
              </a:defRPr>
            </a:lvl5pPr>
            <a:lvl6pPr algn="l">
              <a:defRPr sz="2550" b="1">
                <a:solidFill>
                  <a:srgbClr val="17243B"/>
                </a:solidFill>
                <a:latin typeface="Newsreader"/>
                <a:ea typeface="Newsreader"/>
                <a:cs typeface="Newsreader"/>
              </a:defRPr>
            </a:lvl6pPr>
            <a:lvl7pPr algn="l">
              <a:defRPr sz="2550" b="1">
                <a:solidFill>
                  <a:srgbClr val="17243B"/>
                </a:solidFill>
                <a:latin typeface="Newsreader"/>
                <a:ea typeface="Newsreader"/>
                <a:cs typeface="Newsreader"/>
              </a:defRPr>
            </a:lvl7pPr>
            <a:lvl8pPr algn="l">
              <a:defRPr sz="2550" b="1">
                <a:solidFill>
                  <a:srgbClr val="17243B"/>
                </a:solidFill>
                <a:latin typeface="Newsreader"/>
                <a:ea typeface="Newsreader"/>
                <a:cs typeface="Newsreader"/>
              </a:defRPr>
            </a:lvl8pPr>
            <a:lvl9pPr algn="l">
              <a:defRPr sz="2550" b="1">
                <a:solidFill>
                  <a:srgbClr val="17243B"/>
                </a:solidFill>
                <a:latin typeface="Newsreader"/>
                <a:ea typeface="Newsreader"/>
                <a:cs typeface="Newsreader"/>
              </a:defRPr>
            </a:lvl9pPr>
          </a:lstStyle>
          <a:p xmlns:a="http://schemas.openxmlformats.org/drawingml/2006/main">
            <a:pPr algn="l">
              <a:defRPr sz="2550" b="1">
                <a:solidFill>
                  <a:srgbClr val="17243B"/>
                </a:solidFill>
                <a:latin typeface="Newsreader"/>
                <a:ea typeface="Newsreader"/>
                <a:cs typeface="Newsreader"/>
              </a:defRPr>
            </a:pPr>
            <a:r>
              <a:rPr sz="2550" b="1">
                <a:solidFill>
                  <a:srgbClr val="17243B"/>
                </a:solidFill>
                <a:latin typeface="Newsreader"/>
                <a:ea typeface="Newsreader"/>
                <a:cs typeface="Newsreader"/>
              </a:rPr>
              <a:t>04  Device verification</a:t>
            </a:r>
          </a:p>
        </p:txBody>
      </p:sp>
      <p:sp>
        <p:nvSpPr>
          <p:cNvPr id="8" name="Section description 3">
            <a:extLst xmlns:a="http://schemas.openxmlformats.org/drawingml/2006/main">
              <a:ext uri="{FF2B5EF4-FFF2-40B4-BE49-F238E27FC236}">
                <a16:creationId xmlns:a16="http://schemas.microsoft.com/office/drawing/2014/main" id="{A7582978-816C-4306-8997-0BACAEB4B9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38375" y="3476625"/>
            <a:ext cx="857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defPPr>
            <a:lvl1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1pPr>
            <a:lvl2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2pPr>
            <a:lvl3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3pPr>
            <a:lvl4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4pPr>
            <a:lvl5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5pPr>
            <a:lvl6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6pPr>
            <a:lvl7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7pPr>
            <a:lvl8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8pPr>
            <a:lvl9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9pPr>
          </a:lstStyle>
          <a:p xmlns:a="http://schemas.openxmlformats.org/drawingml/2006/main">
            <a: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rPr>
              <a:t>Maestro checks on iOS and Android. Recorded results and failures.</a:t>
            </a:r>
          </a:p>
        </p:txBody>
      </p:sp>
      <p:pic>
        <p:nvPic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AC6F0F3-6786-4A87-9EE0-6C8DA9C83DE9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c09d655a2684975"/>
          <a:stretch xmlns:a="http://schemas.openxmlformats.org/drawingml/2006/main"/>
        </p:blipFill>
        <p:spPr>
          <a:xfrm xmlns:a="http://schemas.openxmlformats.org/drawingml/2006/main">
            <a:off x="1333500" y="3648075"/>
            <a:ext cx="9334500" cy="1143000"/>
          </a:xfrm>
          <a:prstGeom xmlns:a="http://schemas.openxmlformats.org/drawingml/2006/main" prst="rect">
            <a:avLst/>
          </a:prstGeom>
        </p:spPr>
      </p:pic>
      <p:pic>
        <p:nvPic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26215AC-6561-4F2C-A1D8-43F600F7780E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5483299e4ac48f5"/>
          <a:stretch xmlns:a="http://schemas.openxmlformats.org/drawingml/2006/main"/>
        </p:blipFill>
        <p:spPr>
          <a:xfrm xmlns:a="http://schemas.openxmlformats.org/drawingml/2006/main">
            <a:off x="1333500" y="4410075"/>
            <a:ext cx="9334500" cy="1143000"/>
          </a:xfrm>
          <a:prstGeom xmlns:a="http://schemas.openxmlformats.org/drawingml/2006/main" prst="rect">
            <a:avLst/>
          </a:prstGeom>
        </p:spPr>
      </p:pic>
      <p:pic>
        <p:nvPic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FC7A40E-32E0-4E2E-A4E9-7C4537A9EB4C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23be0e7edc8489a"/>
          <a:stretch xmlns:a="http://schemas.openxmlformats.org/drawingml/2006/main"/>
        </p:blipFill>
        <p:spPr>
          <a:xfrm xmlns:a="http://schemas.openxmlformats.org/drawingml/2006/main">
            <a:off x="1333500" y="5172075"/>
            <a:ext cx="9334500" cy="1143000"/>
          </a:xfrm>
          <a:prstGeom xmlns:a="http://schemas.openxmlformats.org/drawingml/2006/main" prst="rect">
            <a:avLst/>
          </a:prstGeom>
        </p:spPr>
      </p:pic>
      <p:sp>
        <p:nvSpPr>
          <p:cNvPr id="12" name="Slide number">
            <a:extLst xmlns:a="http://schemas.openxmlformats.org/drawingml/2006/main">
              <a:ext uri="{FF2B5EF4-FFF2-40B4-BE49-F238E27FC236}">
                <a16:creationId xmlns:a16="http://schemas.microsoft.com/office/drawing/2014/main" id="{D4502F77-B484-4FE7-BC03-3C168B8A22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48425"/>
            <a:ext cx="523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14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defPPr>
            <a:lvl1pPr algn="l">
              <a:defRPr sz="14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1pPr>
            <a:lvl2pPr algn="l">
              <a:defRPr sz="14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2pPr>
            <a:lvl3pPr algn="l">
              <a:defRPr sz="14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3pPr>
            <a:lvl4pPr algn="l">
              <a:defRPr sz="14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4pPr>
            <a:lvl5pPr algn="l">
              <a:defRPr sz="14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5pPr>
            <a:lvl6pPr algn="l">
              <a:defRPr sz="14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6pPr>
            <a:lvl7pPr algn="l">
              <a:defRPr sz="14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7pPr>
            <a:lvl8pPr algn="l">
              <a:defRPr sz="14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8pPr>
            <a:lvl9pPr algn="l">
              <a:defRPr sz="14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4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rPr>
              <a:t>17</a:t>
            </a:r>
          </a:p>
        </p:txBody>
      </p:sp>
    </p:spTree>
    <p:extLst>
      <p:ext uri="{BB962C8B-B14F-4D97-AF65-F5344CB8AC3E}">
        <p14:creationId xmlns:p14="http://schemas.microsoft.com/office/powerpoint/2010/main" val="829186491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5F2E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Title">
            <a:extLst xmlns:a="http://schemas.openxmlformats.org/drawingml/2006/main">
              <a:ext uri="{FF2B5EF4-FFF2-40B4-BE49-F238E27FC236}">
                <a16:creationId xmlns:a16="http://schemas.microsoft.com/office/drawing/2014/main" id="{117ED073-DD21-4E24-8AE1-3C1392E58B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19125"/>
            <a:ext cx="106680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4050" b="0">
                <a:solidFill>
                  <a:srgbClr val="15181B"/>
                </a:solidFill>
                <a:latin typeface="Newsreader"/>
                <a:ea typeface="Newsreader"/>
                <a:cs typeface="Newsreader"/>
              </a:defRPr>
            </a:defPPr>
            <a:lvl1pPr algn="l">
              <a:defRPr sz="4050" b="0">
                <a:solidFill>
                  <a:srgbClr val="15181B"/>
                </a:solidFill>
                <a:latin typeface="Newsreader"/>
                <a:ea typeface="Newsreader"/>
                <a:cs typeface="Newsreader"/>
              </a:defRPr>
            </a:lvl1pPr>
            <a:lvl2pPr algn="l">
              <a:defRPr sz="4050" b="0">
                <a:solidFill>
                  <a:srgbClr val="15181B"/>
                </a:solidFill>
                <a:latin typeface="Newsreader"/>
                <a:ea typeface="Newsreader"/>
                <a:cs typeface="Newsreader"/>
              </a:defRPr>
            </a:lvl2pPr>
            <a:lvl3pPr algn="l">
              <a:defRPr sz="4050" b="0">
                <a:solidFill>
                  <a:srgbClr val="15181B"/>
                </a:solidFill>
                <a:latin typeface="Newsreader"/>
                <a:ea typeface="Newsreader"/>
                <a:cs typeface="Newsreader"/>
              </a:defRPr>
            </a:lvl3pPr>
            <a:lvl4pPr algn="l">
              <a:defRPr sz="4050" b="0">
                <a:solidFill>
                  <a:srgbClr val="15181B"/>
                </a:solidFill>
                <a:latin typeface="Newsreader"/>
                <a:ea typeface="Newsreader"/>
                <a:cs typeface="Newsreader"/>
              </a:defRPr>
            </a:lvl4pPr>
            <a:lvl5pPr algn="l">
              <a:defRPr sz="4050" b="0">
                <a:solidFill>
                  <a:srgbClr val="15181B"/>
                </a:solidFill>
                <a:latin typeface="Newsreader"/>
                <a:ea typeface="Newsreader"/>
                <a:cs typeface="Newsreader"/>
              </a:defRPr>
            </a:lvl5pPr>
            <a:lvl6pPr algn="l">
              <a:defRPr sz="4050" b="0">
                <a:solidFill>
                  <a:srgbClr val="15181B"/>
                </a:solidFill>
                <a:latin typeface="Newsreader"/>
                <a:ea typeface="Newsreader"/>
                <a:cs typeface="Newsreader"/>
              </a:defRPr>
            </a:lvl6pPr>
            <a:lvl7pPr algn="l">
              <a:defRPr sz="4050" b="0">
                <a:solidFill>
                  <a:srgbClr val="15181B"/>
                </a:solidFill>
                <a:latin typeface="Newsreader"/>
                <a:ea typeface="Newsreader"/>
                <a:cs typeface="Newsreader"/>
              </a:defRPr>
            </a:lvl7pPr>
            <a:lvl8pPr algn="l">
              <a:defRPr sz="4050" b="0">
                <a:solidFill>
                  <a:srgbClr val="15181B"/>
                </a:solidFill>
                <a:latin typeface="Newsreader"/>
                <a:ea typeface="Newsreader"/>
                <a:cs typeface="Newsreader"/>
              </a:defRPr>
            </a:lvl8pPr>
            <a:lvl9pPr algn="l">
              <a:defRPr sz="4050" b="0">
                <a:solidFill>
                  <a:srgbClr val="15181B"/>
                </a:solidFill>
                <a:latin typeface="Newsreader"/>
                <a:ea typeface="Newsreader"/>
                <a:cs typeface="Newsreader"/>
              </a:defRPr>
            </a:lvl9pPr>
          </a:lstStyle>
          <a:p xmlns:a="http://schemas.openxmlformats.org/drawingml/2006/main">
            <a:pPr algn="l">
              <a:defRPr sz="4050" b="0">
                <a:solidFill>
                  <a:srgbClr val="15181B"/>
                </a:solidFill>
                <a:latin typeface="Newsreader"/>
                <a:ea typeface="Newsreader"/>
                <a:cs typeface="Newsreader"/>
              </a:defRPr>
            </a:pPr>
            <a:r>
              <a:rPr sz="4050" b="0">
                <a:solidFill>
                  <a:srgbClr val="15181B"/>
                </a:solidFill>
                <a:latin typeface="Newsreader"/>
                <a:ea typeface="Newsreader"/>
                <a:cs typeface="Newsreader"/>
              </a:rPr>
              <a:t>Maestro checks the app while we sleep</a:t>
            </a:r>
          </a:p>
        </p:txBody>
      </p:sp>
      <p:sp>
        <p:nvSpPr>
          <p:cNvPr id="2" name="text">
            <a:extLst xmlns:a="http://schemas.openxmlformats.org/drawingml/2006/main">
              <a:ext uri="{FF2B5EF4-FFF2-40B4-BE49-F238E27FC236}">
                <a16:creationId xmlns:a16="http://schemas.microsoft.com/office/drawing/2014/main" id="{149E3FD8-2BF2-4FD0-B5BD-687D64CB08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581150"/>
            <a:ext cx="10477500" cy="695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225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defPPr>
            <a:lvl1pPr algn="l">
              <a:defRPr sz="225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1pPr>
            <a:lvl2pPr algn="l">
              <a:defRPr sz="225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2pPr>
            <a:lvl3pPr algn="l">
              <a:defRPr sz="225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3pPr>
            <a:lvl4pPr algn="l">
              <a:defRPr sz="225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4pPr>
            <a:lvl5pPr algn="l">
              <a:defRPr sz="225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5pPr>
            <a:lvl6pPr algn="l">
              <a:defRPr sz="225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6pPr>
            <a:lvl7pPr algn="l">
              <a:defRPr sz="225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7pPr>
            <a:lvl8pPr algn="l">
              <a:defRPr sz="225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8pPr>
            <a:lvl9pPr algn="l">
              <a:defRPr sz="225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9pPr>
          </a:lstStyle>
          <a:p xmlns:a="http://schemas.openxmlformats.org/drawingml/2006/main">
            <a:pPr algn="l">
              <a:defRPr sz="225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25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rPr>
              <a:t>Android and iOS, with evidence of every failure.</a:t>
            </a:r>
          </a:p>
        </p:txBody>
      </p:sp>
      <p:sp>
        <p:nvSpPr>
          <p:cNvPr id="3" name="text">
            <a:extLst xmlns:a="http://schemas.openxmlformats.org/drawingml/2006/main">
              <a:ext uri="{FF2B5EF4-FFF2-40B4-BE49-F238E27FC236}">
                <a16:creationId xmlns:a16="http://schemas.microsoft.com/office/drawing/2014/main" id="{92BF95F2-A7AC-4329-95A1-054514C412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562225"/>
            <a:ext cx="32004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defPPr>
            <a:lvl1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1pPr>
            <a:lvl2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2pPr>
            <a:lvl3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3pPr>
            <a:lvl4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4pPr>
            <a:lvl5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5pPr>
            <a:lvl6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6pPr>
            <a:lvl7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7pPr>
            <a:lvl8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8pPr>
            <a:lvl9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9pPr>
          </a:lstStyle>
          <a:p xmlns:a="http://schemas.openxmlformats.org/drawingml/2006/main">
            <a: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rPr>
              <a:t>Selected PRs</a:t>
            </a:r>
          </a:p>
        </p:txBody>
      </p:sp>
      <p:sp>
        <p:nvSpPr>
          <p:cNvPr id="4" name="text">
            <a:extLst xmlns:a="http://schemas.openxmlformats.org/drawingml/2006/main">
              <a:ext uri="{FF2B5EF4-FFF2-40B4-BE49-F238E27FC236}">
                <a16:creationId xmlns:a16="http://schemas.microsoft.com/office/drawing/2014/main" id="{BC6B9EE2-CA19-4C8B-BB4C-A4B2B84FB3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2562225"/>
            <a:ext cx="7048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defPPr>
            <a:lvl1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1pPr>
            <a:lvl2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2pPr>
            <a:lvl3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3pPr>
            <a:lvl4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4pPr>
            <a:lvl5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5pPr>
            <a:lvl6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6pPr>
            <a:lvl7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7pPr>
            <a:lvl8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8pPr>
            <a:lvl9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9pPr>
          </a:lstStyle>
          <a:p xmlns:a="http://schemas.openxmlformats.org/drawingml/2006/main">
            <a: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rPr>
              <a:t>Run smoke tests when the relevant label is applied.</a:t>
            </a:r>
          </a:p>
        </p:txBody>
      </p:sp>
      <p:sp>
        <p:nvSpPr>
          <p:cNvPr id="5" name="text">
            <a:extLst xmlns:a="http://schemas.openxmlformats.org/drawingml/2006/main">
              <a:ext uri="{FF2B5EF4-FFF2-40B4-BE49-F238E27FC236}">
                <a16:creationId xmlns:a16="http://schemas.microsoft.com/office/drawing/2014/main" id="{50DA56F9-F866-4372-AB25-A8D6559BFC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667125"/>
            <a:ext cx="32004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defPPr>
            <a:lvl1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1pPr>
            <a:lvl2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2pPr>
            <a:lvl3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3pPr>
            <a:lvl4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4pPr>
            <a:lvl5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5pPr>
            <a:lvl6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6pPr>
            <a:lvl7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7pPr>
            <a:lvl8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8pPr>
            <a:lvl9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9pPr>
          </a:lstStyle>
          <a:p xmlns:a="http://schemas.openxmlformats.org/drawingml/2006/main">
            <a: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rPr>
              <a:t>Every night</a:t>
            </a:r>
          </a:p>
        </p:txBody>
      </p:sp>
      <p:sp>
        <p:nvSpPr>
          <p:cNvPr id="6" name="text">
            <a:extLst xmlns:a="http://schemas.openxmlformats.org/drawingml/2006/main">
              <a:ext uri="{FF2B5EF4-FFF2-40B4-BE49-F238E27FC236}">
                <a16:creationId xmlns:a16="http://schemas.microsoft.com/office/drawing/2014/main" id="{EDB9ECB1-6B25-4DCD-9016-605DDF73EA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3667125"/>
            <a:ext cx="7048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defPPr>
            <a:lvl1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1pPr>
            <a:lvl2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2pPr>
            <a:lvl3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3pPr>
            <a:lvl4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4pPr>
            <a:lvl5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5pPr>
            <a:lvl6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6pPr>
            <a:lvl7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7pPr>
            <a:lvl8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8pPr>
            <a:lvl9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9pPr>
          </a:lstStyle>
          <a:p xmlns:a="http://schemas.openxmlformats.org/drawingml/2006/main">
            <a: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rPr>
              <a:t>33 configured suite jobs across iOS and Android.</a:t>
            </a:r>
          </a:p>
        </p:txBody>
      </p:sp>
      <p:sp>
        <p:nvSpPr>
          <p:cNvPr id="7" name="text">
            <a:extLst xmlns:a="http://schemas.openxmlformats.org/drawingml/2006/main">
              <a:ext uri="{FF2B5EF4-FFF2-40B4-BE49-F238E27FC236}">
                <a16:creationId xmlns:a16="http://schemas.microsoft.com/office/drawing/2014/main" id="{268514E0-CA21-4C1C-A2CE-50695CC95B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772025"/>
            <a:ext cx="32004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defPPr>
            <a:lvl1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1pPr>
            <a:lvl2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2pPr>
            <a:lvl3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3pPr>
            <a:lvl4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4pPr>
            <a:lvl5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5pPr>
            <a:lvl6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6pPr>
            <a:lvl7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7pPr>
            <a:lvl8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8pPr>
            <a:lvl9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9pPr>
          </a:lstStyle>
          <a:p xmlns:a="http://schemas.openxmlformats.org/drawingml/2006/main">
            <a: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rPr>
              <a:t>Investigate failures</a:t>
            </a:r>
          </a:p>
        </p:txBody>
      </p:sp>
      <p:sp>
        <p:nvSpPr>
          <p:cNvPr id="8" name="text">
            <a:extLst xmlns:a="http://schemas.openxmlformats.org/drawingml/2006/main">
              <a:ext uri="{FF2B5EF4-FFF2-40B4-BE49-F238E27FC236}">
                <a16:creationId xmlns:a16="http://schemas.microsoft.com/office/drawing/2014/main" id="{439B3BA9-0498-4DE4-A392-AEB3BB9A39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4772025"/>
            <a:ext cx="7048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defPPr>
            <a:lvl1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1pPr>
            <a:lvl2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2pPr>
            <a:lvl3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3pPr>
            <a:lvl4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4pPr>
            <a:lvl5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5pPr>
            <a:lvl6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6pPr>
            <a:lvl7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7pPr>
            <a:lvl8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8pPr>
            <a:lvl9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9pPr>
          </a:lstStyle>
          <a:p xmlns:a="http://schemas.openxmlformats.org/drawingml/2006/main">
            <a: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rPr>
              <a:t>Watch the video, inspect logs and fix the affected flow.</a:t>
            </a:r>
          </a:p>
        </p:txBody>
      </p:sp>
      <p:sp>
        <p:nvSpPr>
          <p:cNvPr id="9" name="text">
            <a:extLst xmlns:a="http://schemas.openxmlformats.org/drawingml/2006/main">
              <a:ext uri="{FF2B5EF4-FFF2-40B4-BE49-F238E27FC236}">
                <a16:creationId xmlns:a16="http://schemas.microsoft.com/office/drawing/2014/main" id="{A311542B-F7D1-4CD9-BB76-038DD063B6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6067425"/>
            <a:ext cx="10572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17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defPPr>
            <a:lvl1pPr algn="l">
              <a:defRPr sz="17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1pPr>
            <a:lvl2pPr algn="l">
              <a:defRPr sz="17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2pPr>
            <a:lvl3pPr algn="l">
              <a:defRPr sz="17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3pPr>
            <a:lvl4pPr algn="l">
              <a:defRPr sz="17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4pPr>
            <a:lvl5pPr algn="l">
              <a:defRPr sz="17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5pPr>
            <a:lvl6pPr algn="l">
              <a:defRPr sz="17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6pPr>
            <a:lvl7pPr algn="l">
              <a:defRPr sz="17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7pPr>
            <a:lvl8pPr algn="l">
              <a:defRPr sz="17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8pPr>
            <a:lvl9pPr algn="l">
              <a:defRPr sz="17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9pPr>
          </a:lstStyle>
          <a:p xmlns:a="http://schemas.openxmlformats.org/drawingml/2006/main">
            <a:pPr algn="l">
              <a:defRPr sz="17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7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rPr>
              <a:t>Attach recordings and logs so people and AI can investigate.</a:t>
            </a:r>
          </a:p>
        </p:txBody>
      </p:sp>
      <p:sp>
        <p:nvSpPr>
          <p:cNvPr id="10" name="Slide number">
            <a:extLst xmlns:a="http://schemas.openxmlformats.org/drawingml/2006/main">
              <a:ext uri="{FF2B5EF4-FFF2-40B4-BE49-F238E27FC236}">
                <a16:creationId xmlns:a16="http://schemas.microsoft.com/office/drawing/2014/main" id="{F9CBAEF8-9947-4964-855D-DB0B5B848B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48425"/>
            <a:ext cx="523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defPPr>
            <a:lvl1pPr algn="l">
              <a:def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1pPr>
            <a:lvl2pPr algn="l">
              <a:def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2pPr>
            <a:lvl3pPr algn="l">
              <a:def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3pPr>
            <a:lvl4pPr algn="l">
              <a:def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4pPr>
            <a:lvl5pPr algn="l">
              <a:def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5pPr>
            <a:lvl6pPr algn="l">
              <a:def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6pPr>
            <a:lvl7pPr algn="l">
              <a:def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7pPr>
            <a:lvl8pPr algn="l">
              <a:def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8pPr>
            <a:lvl9pPr algn="l">
              <a:def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rPr>
              <a:t>18</a:t>
            </a:r>
          </a:p>
        </p:txBody>
      </p:sp>
    </p:spTree>
    <p:extLst>
      <p:ext uri="{BB962C8B-B14F-4D97-AF65-F5344CB8AC3E}">
        <p14:creationId xmlns:p14="http://schemas.microsoft.com/office/powerpoint/2010/main" val="166012025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F5F2E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Title">
            <a:extLst xmlns:a="http://schemas.openxmlformats.org/drawingml/2006/main">
              <a:ext uri="{FF2B5EF4-FFF2-40B4-BE49-F238E27FC236}">
                <a16:creationId xmlns:a16="http://schemas.microsoft.com/office/drawing/2014/main" id="{F7518AC6-AA04-42AB-AE11-384957DC18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19125"/>
            <a:ext cx="106680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4500" b="0">
                <a:solidFill>
                  <a:srgbClr val="15181B"/>
                </a:solidFill>
                <a:latin typeface="Newsreader"/>
                <a:ea typeface="Newsreader"/>
                <a:cs typeface="Newsreader"/>
              </a:defRPr>
            </a:defPPr>
            <a:lvl1pPr algn="l">
              <a:defRPr sz="4500" b="0">
                <a:solidFill>
                  <a:srgbClr val="15181B"/>
                </a:solidFill>
                <a:latin typeface="Newsreader"/>
                <a:ea typeface="Newsreader"/>
                <a:cs typeface="Newsreader"/>
              </a:defRPr>
            </a:lvl1pPr>
            <a:lvl2pPr algn="l">
              <a:defRPr sz="4500" b="0">
                <a:solidFill>
                  <a:srgbClr val="15181B"/>
                </a:solidFill>
                <a:latin typeface="Newsreader"/>
                <a:ea typeface="Newsreader"/>
                <a:cs typeface="Newsreader"/>
              </a:defRPr>
            </a:lvl2pPr>
            <a:lvl3pPr algn="l">
              <a:defRPr sz="4500" b="0">
                <a:solidFill>
                  <a:srgbClr val="15181B"/>
                </a:solidFill>
                <a:latin typeface="Newsreader"/>
                <a:ea typeface="Newsreader"/>
                <a:cs typeface="Newsreader"/>
              </a:defRPr>
            </a:lvl3pPr>
            <a:lvl4pPr algn="l">
              <a:defRPr sz="4500" b="0">
                <a:solidFill>
                  <a:srgbClr val="15181B"/>
                </a:solidFill>
                <a:latin typeface="Newsreader"/>
                <a:ea typeface="Newsreader"/>
                <a:cs typeface="Newsreader"/>
              </a:defRPr>
            </a:lvl4pPr>
            <a:lvl5pPr algn="l">
              <a:defRPr sz="4500" b="0">
                <a:solidFill>
                  <a:srgbClr val="15181B"/>
                </a:solidFill>
                <a:latin typeface="Newsreader"/>
                <a:ea typeface="Newsreader"/>
                <a:cs typeface="Newsreader"/>
              </a:defRPr>
            </a:lvl5pPr>
            <a:lvl6pPr algn="l">
              <a:defRPr sz="4500" b="0">
                <a:solidFill>
                  <a:srgbClr val="15181B"/>
                </a:solidFill>
                <a:latin typeface="Newsreader"/>
                <a:ea typeface="Newsreader"/>
                <a:cs typeface="Newsreader"/>
              </a:defRPr>
            </a:lvl6pPr>
            <a:lvl7pPr algn="l">
              <a:defRPr sz="4500" b="0">
                <a:solidFill>
                  <a:srgbClr val="15181B"/>
                </a:solidFill>
                <a:latin typeface="Newsreader"/>
                <a:ea typeface="Newsreader"/>
                <a:cs typeface="Newsreader"/>
              </a:defRPr>
            </a:lvl7pPr>
            <a:lvl8pPr algn="l">
              <a:defRPr sz="4500" b="0">
                <a:solidFill>
                  <a:srgbClr val="15181B"/>
                </a:solidFill>
                <a:latin typeface="Newsreader"/>
                <a:ea typeface="Newsreader"/>
                <a:cs typeface="Newsreader"/>
              </a:defRPr>
            </a:lvl8pPr>
            <a:lvl9pPr algn="l">
              <a:defRPr sz="4500" b="0">
                <a:solidFill>
                  <a:srgbClr val="15181B"/>
                </a:solidFill>
                <a:latin typeface="Newsreader"/>
                <a:ea typeface="Newsreader"/>
                <a:cs typeface="Newsreader"/>
              </a:defRPr>
            </a:lvl9pPr>
          </a:lstStyle>
          <a:p xmlns:a="http://schemas.openxmlformats.org/drawingml/2006/main">
            <a:pPr algn="l">
              <a:defRPr sz="4500" b="0">
                <a:solidFill>
                  <a:srgbClr val="15181B"/>
                </a:solidFill>
                <a:latin typeface="Newsreader"/>
                <a:ea typeface="Newsreader"/>
                <a:cs typeface="Newsreader"/>
              </a:defRPr>
            </a:pPr>
            <a:r>
              <a:rPr sz="4500" b="0">
                <a:solidFill>
                  <a:srgbClr val="15181B"/>
                </a:solidFill>
                <a:latin typeface="Newsreader"/>
                <a:ea typeface="Newsreader"/>
                <a:cs typeface="Newsreader"/>
              </a:rPr>
              <a:t>14 to 404 Maestro flow files</a:t>
            </a:r>
          </a:p>
        </p:txBody>
      </p:sp>
      <p:graphicFrame>
        <p:nvGraphicFramePr>
          <p:cNvPr id="2" name="Chart">
            <a:extLst xmlns:a="http://schemas.openxmlformats.org/drawingml/2006/main">
              <a:ext uri="{FF2B5EF4-FFF2-40B4-BE49-F238E27FC236}">
                <a16:creationId xmlns:a16="http://schemas.microsoft.com/office/drawing/2014/main" id="{DABEC6E0-03D1-4DB0-84F9-BA45EB87865F}"/>
              </a:ext>
            </a:extLst>
          </p:cNvPr>
          <p:cNvGraphicFramePr/>
          <p:nvPr/>
        </p:nvGraphicFramePr>
        <p:xfrm>
          <a:off xmlns:a="http://schemas.openxmlformats.org/drawingml/2006/main" x="723900" y="2381250"/>
          <a:ext xmlns:a="http://schemas.openxmlformats.org/drawingml/2006/main" cx="10744200" cy="31813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c7bd19c78cd74faf"/>
          </a:graphicData>
        </a:graphic>
      </p:graphicFrame>
      <p:sp>
        <p:nvSpPr>
          <p:cNvPr id="3" name="April month marker">
            <a:extLst xmlns:a="http://schemas.openxmlformats.org/drawingml/2006/main">
              <a:ext uri="{FF2B5EF4-FFF2-40B4-BE49-F238E27FC236}">
                <a16:creationId xmlns:a16="http://schemas.microsoft.com/office/drawing/2014/main" id="{5407A21C-F01D-4BBC-81E9-89A1BA193C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6800" y="2381250"/>
            <a:ext cx="0" cy="28003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565F65"/>
            </a:solidFill>
            <a:prstDash val="dash"/>
          </a:ln>
        </p:spPr>
      </p:sp>
      <p:sp>
        <p:nvSpPr>
          <p:cNvPr id="4" name="April joining context">
            <a:extLst xmlns:a="http://schemas.openxmlformats.org/drawingml/2006/main">
              <a:ext uri="{FF2B5EF4-FFF2-40B4-BE49-F238E27FC236}">
                <a16:creationId xmlns:a16="http://schemas.microsoft.com/office/drawing/2014/main" id="{AA82795F-4C8B-4DDB-B112-08FE029706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019300"/>
            <a:ext cx="4476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180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defPPr>
            <a:lvl1pPr algn="l">
              <a:defRPr sz="180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1pPr>
            <a:lvl2pPr algn="l">
              <a:defRPr sz="180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2pPr>
            <a:lvl3pPr algn="l">
              <a:defRPr sz="180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3pPr>
            <a:lvl4pPr algn="l">
              <a:defRPr sz="180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4pPr>
            <a:lvl5pPr algn="l">
              <a:defRPr sz="180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5pPr>
            <a:lvl6pPr algn="l">
              <a:defRPr sz="180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6pPr>
            <a:lvl7pPr algn="l">
              <a:defRPr sz="180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7pPr>
            <a:lvl8pPr algn="l">
              <a:defRPr sz="180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8pPr>
            <a:lvl9pPr algn="l">
              <a:defRPr sz="180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9pPr>
          </a:lstStyle>
          <a:p xmlns:a="http://schemas.openxmlformats.org/drawingml/2006/main">
            <a:pPr algn="l">
              <a:defRPr sz="180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80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rPr>
              <a:t>Joined in April 2026</a:t>
            </a:r>
          </a:p>
        </p:txBody>
      </p:sp>
      <p:sp>
        <p:nvSpPr>
          <p:cNvPr id="5" name="Methodology">
            <a:extLst xmlns:a="http://schemas.openxmlformats.org/drawingml/2006/main">
              <a:ext uri="{FF2B5EF4-FFF2-40B4-BE49-F238E27FC236}">
                <a16:creationId xmlns:a16="http://schemas.microsoft.com/office/drawing/2014/main" id="{21DA52BC-D2C6-418D-98DF-CA04B2F7E7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762625"/>
            <a:ext cx="10572750" cy="600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180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defPPr>
            <a:lvl1pPr algn="l">
              <a:defRPr sz="180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1pPr>
            <a:lvl2pPr algn="l">
              <a:defRPr sz="180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2pPr>
            <a:lvl3pPr algn="l">
              <a:defRPr sz="180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3pPr>
            <a:lvl4pPr algn="l">
              <a:defRPr sz="180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4pPr>
            <a:lvl5pPr algn="l">
              <a:defRPr sz="180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5pPr>
            <a:lvl6pPr algn="l">
              <a:defRPr sz="180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6pPr>
            <a:lvl7pPr algn="l">
              <a:defRPr sz="180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7pPr>
            <a:lvl8pPr algn="l">
              <a:defRPr sz="180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8pPr>
            <a:lvl9pPr algn="l">
              <a:defRPr sz="180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9pPr>
          </a:lstStyle>
          <a:p xmlns:a="http://schemas.openxmlformats.org/drawingml/2006/main">
            <a:pPr algn="l">
              <a:defRPr sz="180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80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rPr>
              <a:t>Month-end snapshots through September, then 8 October. Includes shared flows and suites.</a:t>
            </a:r>
          </a:p>
        </p:txBody>
      </p:sp>
      <p:sp>
        <p:nvSpPr>
          <p:cNvPr id="6" name="Slide number">
            <a:extLst xmlns:a="http://schemas.openxmlformats.org/drawingml/2006/main">
              <a:ext uri="{FF2B5EF4-FFF2-40B4-BE49-F238E27FC236}">
                <a16:creationId xmlns:a16="http://schemas.microsoft.com/office/drawing/2014/main" id="{B85493C7-1F83-4DEC-BB37-9FD60EC9B9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48425"/>
            <a:ext cx="523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defPPr>
            <a:lvl1pPr algn="l">
              <a:def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1pPr>
            <a:lvl2pPr algn="l">
              <a:def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2pPr>
            <a:lvl3pPr algn="l">
              <a:def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3pPr>
            <a:lvl4pPr algn="l">
              <a:def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4pPr>
            <a:lvl5pPr algn="l">
              <a:def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5pPr>
            <a:lvl6pPr algn="l">
              <a:def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6pPr>
            <a:lvl7pPr algn="l">
              <a:def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7pPr>
            <a:lvl8pPr algn="l">
              <a:def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8pPr>
            <a:lvl9pPr algn="l">
              <a:def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rPr>
              <a:t>19</a:t>
            </a:r>
          </a:p>
        </p:txBody>
      </p:sp>
    </p:spTree>
    <p:extLst>
      <p:ext uri="{BB962C8B-B14F-4D97-AF65-F5344CB8AC3E}">
        <p14:creationId xmlns:p14="http://schemas.microsoft.com/office/powerpoint/2010/main" val="1832222634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E7EC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Completed section 0">
            <a:extLst xmlns:a="http://schemas.openxmlformats.org/drawingml/2006/main">
              <a:ext uri="{FF2B5EF4-FFF2-40B4-BE49-F238E27FC236}">
                <a16:creationId xmlns:a16="http://schemas.microsoft.com/office/drawing/2014/main" id="{DC2DD963-A89E-4F6F-AFBE-71AE51F633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790575"/>
            <a:ext cx="9144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defRPr>
            </a:defPPr>
            <a:lvl1pPr algn="l">
              <a:def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defRPr>
            </a:lvl1pPr>
            <a:lvl2pPr algn="l">
              <a:def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defRPr>
            </a:lvl2pPr>
            <a:lvl3pPr algn="l">
              <a:def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defRPr>
            </a:lvl3pPr>
            <a:lvl4pPr algn="l">
              <a:def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defRPr>
            </a:lvl4pPr>
            <a:lvl5pPr algn="l">
              <a:def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defRPr>
            </a:lvl5pPr>
            <a:lvl6pPr algn="l">
              <a:def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defRPr>
            </a:lvl6pPr>
            <a:lvl7pPr algn="l">
              <a:def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defRPr>
            </a:lvl7pPr>
            <a:lvl8pPr algn="l">
              <a:def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defRPr>
            </a:lvl8pPr>
            <a:lvl9pPr algn="l">
              <a:def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defRPr>
            </a:lvl9pPr>
          </a:lstStyle>
          <a:p xmlns:a="http://schemas.openxmlformats.org/drawingml/2006/main">
            <a:pPr algn="l">
              <a:def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defRPr>
            </a:pPr>
            <a:r>
              <a: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rPr>
              <a:t>01  Skills</a:t>
            </a:r>
          </a:p>
        </p:txBody>
      </p:sp>
      <p:sp>
        <p:nvSpPr>
          <p:cNvPr id="2" name="Section description 0">
            <a:extLst xmlns:a="http://schemas.openxmlformats.org/drawingml/2006/main">
              <a:ext uri="{FF2B5EF4-FFF2-40B4-BE49-F238E27FC236}">
                <a16:creationId xmlns:a16="http://schemas.microsoft.com/office/drawing/2014/main" id="{B586B89A-E6EA-4EB0-86D7-13F3B8B287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38375" y="1190625"/>
            <a:ext cx="857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defPPr>
            <a:lvl1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1pPr>
            <a:lvl2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2pPr>
            <a:lvl3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3pPr>
            <a:lvl4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4pPr>
            <a:lvl5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5pPr>
            <a:lvl6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6pPr>
            <a:lvl7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7pPr>
            <a:lvl8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8pPr>
            <a:lvl9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9pPr>
          </a:lstStyle>
          <a:p xmlns:a="http://schemas.openxmlformats.org/drawingml/2006/main">
            <a: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rPr>
              <a:t>Make good engineering habits repeatable.</a:t>
            </a:r>
          </a:p>
        </p:txBody>
      </p:sp>
      <p:sp>
        <p:nvSpPr>
          <p:cNvPr id="3" name="Completed section 1">
            <a:extLst xmlns:a="http://schemas.openxmlformats.org/drawingml/2006/main">
              <a:ext uri="{FF2B5EF4-FFF2-40B4-BE49-F238E27FC236}">
                <a16:creationId xmlns:a16="http://schemas.microsoft.com/office/drawing/2014/main" id="{46D92E96-8377-4A4E-8692-875B791198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1552575"/>
            <a:ext cx="9144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defRPr>
            </a:defPPr>
            <a:lvl1pPr algn="l">
              <a:def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defRPr>
            </a:lvl1pPr>
            <a:lvl2pPr algn="l">
              <a:def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defRPr>
            </a:lvl2pPr>
            <a:lvl3pPr algn="l">
              <a:def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defRPr>
            </a:lvl3pPr>
            <a:lvl4pPr algn="l">
              <a:def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defRPr>
            </a:lvl4pPr>
            <a:lvl5pPr algn="l">
              <a:def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defRPr>
            </a:lvl5pPr>
            <a:lvl6pPr algn="l">
              <a:def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defRPr>
            </a:lvl6pPr>
            <a:lvl7pPr algn="l">
              <a:def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defRPr>
            </a:lvl7pPr>
            <a:lvl8pPr algn="l">
              <a:def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defRPr>
            </a:lvl8pPr>
            <a:lvl9pPr algn="l">
              <a:def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defRPr>
            </a:lvl9pPr>
          </a:lstStyle>
          <a:p xmlns:a="http://schemas.openxmlformats.org/drawingml/2006/main">
            <a:pPr algn="l">
              <a:def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defRPr>
            </a:pPr>
            <a:r>
              <a: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rPr>
              <a:t>02  Testing</a:t>
            </a:r>
          </a:p>
        </p:txBody>
      </p:sp>
      <p:sp>
        <p:nvSpPr>
          <p:cNvPr id="4" name="Section description 1">
            <a:extLst xmlns:a="http://schemas.openxmlformats.org/drawingml/2006/main">
              <a:ext uri="{FF2B5EF4-FFF2-40B4-BE49-F238E27FC236}">
                <a16:creationId xmlns:a16="http://schemas.microsoft.com/office/drawing/2014/main" id="{DE975FBC-4E76-47EF-BE40-B51AEE0DFB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38375" y="1952625"/>
            <a:ext cx="857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defPPr>
            <a:lvl1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1pPr>
            <a:lvl2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2pPr>
            <a:lvl3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3pPr>
            <a:lvl4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4pPr>
            <a:lvl5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5pPr>
            <a:lvl6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6pPr>
            <a:lvl7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7pPr>
            <a:lvl8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8pPr>
            <a:lvl9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9pPr>
          </a:lstStyle>
          <a:p xmlns:a="http://schemas.openxmlformats.org/drawingml/2006/main">
            <a: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rPr>
              <a:t>Make each check protect real behaviour.</a:t>
            </a:r>
          </a:p>
        </p:txBody>
      </p:sp>
      <p:sp>
        <p:nvSpPr>
          <p:cNvPr id="5" name="Completed section 2">
            <a:extLst xmlns:a="http://schemas.openxmlformats.org/drawingml/2006/main">
              <a:ext uri="{FF2B5EF4-FFF2-40B4-BE49-F238E27FC236}">
                <a16:creationId xmlns:a16="http://schemas.microsoft.com/office/drawing/2014/main" id="{E2F50BC9-E9D5-47CC-8D6D-F367EFF3C3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2314575"/>
            <a:ext cx="9144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defRPr>
            </a:defPPr>
            <a:lvl1pPr algn="l">
              <a:def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defRPr>
            </a:lvl1pPr>
            <a:lvl2pPr algn="l">
              <a:def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defRPr>
            </a:lvl2pPr>
            <a:lvl3pPr algn="l">
              <a:def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defRPr>
            </a:lvl3pPr>
            <a:lvl4pPr algn="l">
              <a:def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defRPr>
            </a:lvl4pPr>
            <a:lvl5pPr algn="l">
              <a:def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defRPr>
            </a:lvl5pPr>
            <a:lvl6pPr algn="l">
              <a:def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defRPr>
            </a:lvl6pPr>
            <a:lvl7pPr algn="l">
              <a:def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defRPr>
            </a:lvl7pPr>
            <a:lvl8pPr algn="l">
              <a:def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defRPr>
            </a:lvl8pPr>
            <a:lvl9pPr algn="l">
              <a:def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defRPr>
            </a:lvl9pPr>
          </a:lstStyle>
          <a:p xmlns:a="http://schemas.openxmlformats.org/drawingml/2006/main">
            <a:pPr algn="l">
              <a:def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defRPr>
            </a:pPr>
            <a:r>
              <a: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rPr>
              <a:t>03  CI</a:t>
            </a:r>
          </a:p>
        </p:txBody>
      </p:sp>
      <p:sp>
        <p:nvSpPr>
          <p:cNvPr id="6" name="Section description 2">
            <a:extLst xmlns:a="http://schemas.openxmlformats.org/drawingml/2006/main">
              <a:ext uri="{FF2B5EF4-FFF2-40B4-BE49-F238E27FC236}">
                <a16:creationId xmlns:a16="http://schemas.microsoft.com/office/drawing/2014/main" id="{F49B4A6F-D8A6-46E8-B058-F4731D9301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38375" y="2714625"/>
            <a:ext cx="857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defPPr>
            <a:lvl1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1pPr>
            <a:lvl2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2pPr>
            <a:lvl3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3pPr>
            <a:lvl4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4pPr>
            <a:lvl5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5pPr>
            <a:lvl6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6pPr>
            <a:lvl7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7pPr>
            <a:lvl8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8pPr>
            <a:lvl9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9pPr>
          </a:lstStyle>
          <a:p xmlns:a="http://schemas.openxmlformats.org/drawingml/2006/main">
            <a: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rPr>
              <a:t>Check every PR. Block the pipeline on failure.</a:t>
            </a:r>
          </a:p>
        </p:txBody>
      </p:sp>
      <p:sp>
        <p:nvSpPr>
          <p:cNvPr id="7" name="Completed section 3">
            <a:extLst xmlns:a="http://schemas.openxmlformats.org/drawingml/2006/main">
              <a:ext uri="{FF2B5EF4-FFF2-40B4-BE49-F238E27FC236}">
                <a16:creationId xmlns:a16="http://schemas.microsoft.com/office/drawing/2014/main" id="{CECB6D2E-E6EC-454E-90F0-9423E1FBE6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3076575"/>
            <a:ext cx="9144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defRPr>
            </a:defPPr>
            <a:lvl1pPr algn="l">
              <a:def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defRPr>
            </a:lvl1pPr>
            <a:lvl2pPr algn="l">
              <a:def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defRPr>
            </a:lvl2pPr>
            <a:lvl3pPr algn="l">
              <a:def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defRPr>
            </a:lvl3pPr>
            <a:lvl4pPr algn="l">
              <a:def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defRPr>
            </a:lvl4pPr>
            <a:lvl5pPr algn="l">
              <a:def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defRPr>
            </a:lvl5pPr>
            <a:lvl6pPr algn="l">
              <a:def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defRPr>
            </a:lvl6pPr>
            <a:lvl7pPr algn="l">
              <a:def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defRPr>
            </a:lvl7pPr>
            <a:lvl8pPr algn="l">
              <a:def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defRPr>
            </a:lvl8pPr>
            <a:lvl9pPr algn="l">
              <a:def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defRPr>
            </a:lvl9pPr>
          </a:lstStyle>
          <a:p xmlns:a="http://schemas.openxmlformats.org/drawingml/2006/main">
            <a:pPr algn="l">
              <a:def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defRPr>
            </a:pPr>
            <a:r>
              <a: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rPr>
              <a:t>04  Device verification</a:t>
            </a:r>
          </a:p>
        </p:txBody>
      </p:sp>
      <p:sp>
        <p:nvSpPr>
          <p:cNvPr id="8" name="Section description 3">
            <a:extLst xmlns:a="http://schemas.openxmlformats.org/drawingml/2006/main">
              <a:ext uri="{FF2B5EF4-FFF2-40B4-BE49-F238E27FC236}">
                <a16:creationId xmlns:a16="http://schemas.microsoft.com/office/drawing/2014/main" id="{C937A64C-AA19-4BF3-919A-97D6212DE8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38375" y="3476625"/>
            <a:ext cx="857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defPPr>
            <a:lvl1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1pPr>
            <a:lvl2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2pPr>
            <a:lvl3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3pPr>
            <a:lvl4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4pPr>
            <a:lvl5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5pPr>
            <a:lvl6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6pPr>
            <a:lvl7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7pPr>
            <a:lvl8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8pPr>
            <a:lvl9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9pPr>
          </a:lstStyle>
          <a:p xmlns:a="http://schemas.openxmlformats.org/drawingml/2006/main">
            <a: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rPr>
              <a:t>Maestro checks on iOS and Android. Recorded results and failures.</a:t>
            </a:r>
          </a:p>
        </p:txBody>
      </p:sp>
      <p:sp>
        <p:nvSpPr>
          <p:cNvPr id="9" name="Active section">
            <a:extLst xmlns:a="http://schemas.openxmlformats.org/drawingml/2006/main">
              <a:ext uri="{FF2B5EF4-FFF2-40B4-BE49-F238E27FC236}">
                <a16:creationId xmlns:a16="http://schemas.microsoft.com/office/drawing/2014/main" id="{2F266E53-6767-44A6-A622-426A5607DA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3838575"/>
            <a:ext cx="9144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2550" b="1">
                <a:solidFill>
                  <a:srgbClr val="17243B"/>
                </a:solidFill>
                <a:latin typeface="Newsreader"/>
                <a:ea typeface="Newsreader"/>
                <a:cs typeface="Newsreader"/>
              </a:defRPr>
            </a:defPPr>
            <a:lvl1pPr algn="l">
              <a:defRPr sz="2550" b="1">
                <a:solidFill>
                  <a:srgbClr val="17243B"/>
                </a:solidFill>
                <a:latin typeface="Newsreader"/>
                <a:ea typeface="Newsreader"/>
                <a:cs typeface="Newsreader"/>
              </a:defRPr>
            </a:lvl1pPr>
            <a:lvl2pPr algn="l">
              <a:defRPr sz="2550" b="1">
                <a:solidFill>
                  <a:srgbClr val="17243B"/>
                </a:solidFill>
                <a:latin typeface="Newsreader"/>
                <a:ea typeface="Newsreader"/>
                <a:cs typeface="Newsreader"/>
              </a:defRPr>
            </a:lvl2pPr>
            <a:lvl3pPr algn="l">
              <a:defRPr sz="2550" b="1">
                <a:solidFill>
                  <a:srgbClr val="17243B"/>
                </a:solidFill>
                <a:latin typeface="Newsreader"/>
                <a:ea typeface="Newsreader"/>
                <a:cs typeface="Newsreader"/>
              </a:defRPr>
            </a:lvl3pPr>
            <a:lvl4pPr algn="l">
              <a:defRPr sz="2550" b="1">
                <a:solidFill>
                  <a:srgbClr val="17243B"/>
                </a:solidFill>
                <a:latin typeface="Newsreader"/>
                <a:ea typeface="Newsreader"/>
                <a:cs typeface="Newsreader"/>
              </a:defRPr>
            </a:lvl4pPr>
            <a:lvl5pPr algn="l">
              <a:defRPr sz="2550" b="1">
                <a:solidFill>
                  <a:srgbClr val="17243B"/>
                </a:solidFill>
                <a:latin typeface="Newsreader"/>
                <a:ea typeface="Newsreader"/>
                <a:cs typeface="Newsreader"/>
              </a:defRPr>
            </a:lvl5pPr>
            <a:lvl6pPr algn="l">
              <a:defRPr sz="2550" b="1">
                <a:solidFill>
                  <a:srgbClr val="17243B"/>
                </a:solidFill>
                <a:latin typeface="Newsreader"/>
                <a:ea typeface="Newsreader"/>
                <a:cs typeface="Newsreader"/>
              </a:defRPr>
            </a:lvl6pPr>
            <a:lvl7pPr algn="l">
              <a:defRPr sz="2550" b="1">
                <a:solidFill>
                  <a:srgbClr val="17243B"/>
                </a:solidFill>
                <a:latin typeface="Newsreader"/>
                <a:ea typeface="Newsreader"/>
                <a:cs typeface="Newsreader"/>
              </a:defRPr>
            </a:lvl7pPr>
            <a:lvl8pPr algn="l">
              <a:defRPr sz="2550" b="1">
                <a:solidFill>
                  <a:srgbClr val="17243B"/>
                </a:solidFill>
                <a:latin typeface="Newsreader"/>
                <a:ea typeface="Newsreader"/>
                <a:cs typeface="Newsreader"/>
              </a:defRPr>
            </a:lvl8pPr>
            <a:lvl9pPr algn="l">
              <a:defRPr sz="2550" b="1">
                <a:solidFill>
                  <a:srgbClr val="17243B"/>
                </a:solidFill>
                <a:latin typeface="Newsreader"/>
                <a:ea typeface="Newsreader"/>
                <a:cs typeface="Newsreader"/>
              </a:defRPr>
            </a:lvl9pPr>
          </a:lstStyle>
          <a:p xmlns:a="http://schemas.openxmlformats.org/drawingml/2006/main">
            <a:pPr algn="l">
              <a:defRPr sz="2550" b="1">
                <a:solidFill>
                  <a:srgbClr val="17243B"/>
                </a:solidFill>
                <a:latin typeface="Newsreader"/>
                <a:ea typeface="Newsreader"/>
                <a:cs typeface="Newsreader"/>
              </a:defRPr>
            </a:pPr>
            <a:r>
              <a:rPr sz="2550" b="1">
                <a:solidFill>
                  <a:srgbClr val="17243B"/>
                </a:solidFill>
                <a:latin typeface="Newsreader"/>
                <a:ea typeface="Newsreader"/>
                <a:cs typeface="Newsreader"/>
              </a:rPr>
              <a:t>05  AI reviewers</a:t>
            </a:r>
          </a:p>
        </p:txBody>
      </p:sp>
      <p:sp>
        <p:nvSpPr>
          <p:cNvPr id="10" name="Section description 4">
            <a:extLst xmlns:a="http://schemas.openxmlformats.org/drawingml/2006/main">
              <a:ext uri="{FF2B5EF4-FFF2-40B4-BE49-F238E27FC236}">
                <a16:creationId xmlns:a16="http://schemas.microsoft.com/office/drawing/2014/main" id="{81E4DFF6-7921-4176-BCD7-A951C35AB3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38375" y="4238625"/>
            <a:ext cx="857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defPPr>
            <a:lvl1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1pPr>
            <a:lvl2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2pPr>
            <a:lvl3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3pPr>
            <a:lvl4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4pPr>
            <a:lvl5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5pPr>
            <a:lvl6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6pPr>
            <a:lvl7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7pPr>
            <a:lvl8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8pPr>
            <a:lvl9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9pPr>
          </a:lstStyle>
          <a:p xmlns:a="http://schemas.openxmlformats.org/drawingml/2006/main">
            <a: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rPr>
              <a:t>Three reviewers on every PR. Shared mobile guidelines.</a:t>
            </a:r>
          </a:p>
        </p:txBody>
      </p:sp>
      <p:pic>
        <p:nvPic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2A1F981-A920-4496-9D4C-0C1C28B077C0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e8d2de9f0c64dcb"/>
          <a:stretch xmlns:a="http://schemas.openxmlformats.org/drawingml/2006/main"/>
        </p:blipFill>
        <p:spPr>
          <a:xfrm xmlns:a="http://schemas.openxmlformats.org/drawingml/2006/main">
            <a:off x="1333500" y="4410075"/>
            <a:ext cx="9334500" cy="1143000"/>
          </a:xfrm>
          <a:prstGeom xmlns:a="http://schemas.openxmlformats.org/drawingml/2006/main" prst="rect">
            <a:avLst/>
          </a:prstGeom>
        </p:spPr>
      </p:pic>
      <p:pic>
        <p:nvPic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89C95B2-D159-4923-BEC8-8AD0F3F17B8D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63fcb3007fc4997"/>
          <a:stretch xmlns:a="http://schemas.openxmlformats.org/drawingml/2006/main"/>
        </p:blipFill>
        <p:spPr>
          <a:xfrm xmlns:a="http://schemas.openxmlformats.org/drawingml/2006/main">
            <a:off x="1333500" y="5172075"/>
            <a:ext cx="9334500" cy="1143000"/>
          </a:xfrm>
          <a:prstGeom xmlns:a="http://schemas.openxmlformats.org/drawingml/2006/main" prst="rect">
            <a:avLst/>
          </a:prstGeom>
        </p:spPr>
      </p:pic>
      <p:sp>
        <p:nvSpPr>
          <p:cNvPr id="13" name="Slide number">
            <a:extLst xmlns:a="http://schemas.openxmlformats.org/drawingml/2006/main">
              <a:ext uri="{FF2B5EF4-FFF2-40B4-BE49-F238E27FC236}">
                <a16:creationId xmlns:a16="http://schemas.microsoft.com/office/drawing/2014/main" id="{10AF43D2-8DB6-454B-8DDF-1ACFC88D05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48425"/>
            <a:ext cx="523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14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defPPr>
            <a:lvl1pPr algn="l">
              <a:defRPr sz="14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1pPr>
            <a:lvl2pPr algn="l">
              <a:defRPr sz="14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2pPr>
            <a:lvl3pPr algn="l">
              <a:defRPr sz="14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3pPr>
            <a:lvl4pPr algn="l">
              <a:defRPr sz="14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4pPr>
            <a:lvl5pPr algn="l">
              <a:defRPr sz="14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5pPr>
            <a:lvl6pPr algn="l">
              <a:defRPr sz="14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6pPr>
            <a:lvl7pPr algn="l">
              <a:defRPr sz="14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7pPr>
            <a:lvl8pPr algn="l">
              <a:defRPr sz="14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8pPr>
            <a:lvl9pPr algn="l">
              <a:defRPr sz="14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4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rPr>
              <a:t>20</a:t>
            </a:r>
          </a:p>
        </p:txBody>
      </p:sp>
    </p:spTree>
    <p:extLst>
      <p:ext uri="{BB962C8B-B14F-4D97-AF65-F5344CB8AC3E}">
        <p14:creationId xmlns:p14="http://schemas.microsoft.com/office/powerpoint/2010/main" val="1393433455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F5F2E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Title">
            <a:extLst xmlns:a="http://schemas.openxmlformats.org/drawingml/2006/main">
              <a:ext uri="{FF2B5EF4-FFF2-40B4-BE49-F238E27FC236}">
                <a16:creationId xmlns:a16="http://schemas.microsoft.com/office/drawing/2014/main" id="{255BDE5D-5D56-435A-A32B-EE5A4882EC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19125"/>
            <a:ext cx="106680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4050" b="0">
                <a:solidFill>
                  <a:srgbClr val="15181B"/>
                </a:solidFill>
                <a:latin typeface="Newsreader"/>
                <a:ea typeface="Newsreader"/>
                <a:cs typeface="Newsreader"/>
              </a:defRPr>
            </a:defPPr>
            <a:lvl1pPr algn="l">
              <a:defRPr sz="4050" b="0">
                <a:solidFill>
                  <a:srgbClr val="15181B"/>
                </a:solidFill>
                <a:latin typeface="Newsreader"/>
                <a:ea typeface="Newsreader"/>
                <a:cs typeface="Newsreader"/>
              </a:defRPr>
            </a:lvl1pPr>
            <a:lvl2pPr algn="l">
              <a:defRPr sz="4050" b="0">
                <a:solidFill>
                  <a:srgbClr val="15181B"/>
                </a:solidFill>
                <a:latin typeface="Newsreader"/>
                <a:ea typeface="Newsreader"/>
                <a:cs typeface="Newsreader"/>
              </a:defRPr>
            </a:lvl2pPr>
            <a:lvl3pPr algn="l">
              <a:defRPr sz="4050" b="0">
                <a:solidFill>
                  <a:srgbClr val="15181B"/>
                </a:solidFill>
                <a:latin typeface="Newsreader"/>
                <a:ea typeface="Newsreader"/>
                <a:cs typeface="Newsreader"/>
              </a:defRPr>
            </a:lvl3pPr>
            <a:lvl4pPr algn="l">
              <a:defRPr sz="4050" b="0">
                <a:solidFill>
                  <a:srgbClr val="15181B"/>
                </a:solidFill>
                <a:latin typeface="Newsreader"/>
                <a:ea typeface="Newsreader"/>
                <a:cs typeface="Newsreader"/>
              </a:defRPr>
            </a:lvl4pPr>
            <a:lvl5pPr algn="l">
              <a:defRPr sz="4050" b="0">
                <a:solidFill>
                  <a:srgbClr val="15181B"/>
                </a:solidFill>
                <a:latin typeface="Newsreader"/>
                <a:ea typeface="Newsreader"/>
                <a:cs typeface="Newsreader"/>
              </a:defRPr>
            </a:lvl5pPr>
            <a:lvl6pPr algn="l">
              <a:defRPr sz="4050" b="0">
                <a:solidFill>
                  <a:srgbClr val="15181B"/>
                </a:solidFill>
                <a:latin typeface="Newsreader"/>
                <a:ea typeface="Newsreader"/>
                <a:cs typeface="Newsreader"/>
              </a:defRPr>
            </a:lvl6pPr>
            <a:lvl7pPr algn="l">
              <a:defRPr sz="4050" b="0">
                <a:solidFill>
                  <a:srgbClr val="15181B"/>
                </a:solidFill>
                <a:latin typeface="Newsreader"/>
                <a:ea typeface="Newsreader"/>
                <a:cs typeface="Newsreader"/>
              </a:defRPr>
            </a:lvl7pPr>
            <a:lvl8pPr algn="l">
              <a:defRPr sz="4050" b="0">
                <a:solidFill>
                  <a:srgbClr val="15181B"/>
                </a:solidFill>
                <a:latin typeface="Newsreader"/>
                <a:ea typeface="Newsreader"/>
                <a:cs typeface="Newsreader"/>
              </a:defRPr>
            </a:lvl8pPr>
            <a:lvl9pPr algn="l">
              <a:defRPr sz="4050" b="0">
                <a:solidFill>
                  <a:srgbClr val="15181B"/>
                </a:solidFill>
                <a:latin typeface="Newsreader"/>
                <a:ea typeface="Newsreader"/>
                <a:cs typeface="Newsreader"/>
              </a:defRPr>
            </a:lvl9pPr>
          </a:lstStyle>
          <a:p xmlns:a="http://schemas.openxmlformats.org/drawingml/2006/main">
            <a:pPr algn="l">
              <a:defRPr sz="4050" b="0">
                <a:solidFill>
                  <a:srgbClr val="15181B"/>
                </a:solidFill>
                <a:latin typeface="Newsreader"/>
                <a:ea typeface="Newsreader"/>
                <a:cs typeface="Newsreader"/>
              </a:defRPr>
            </a:pPr>
            <a:r>
              <a:rPr sz="4050" b="0">
                <a:solidFill>
                  <a:srgbClr val="15181B"/>
                </a:solidFill>
                <a:latin typeface="Newsreader"/>
                <a:ea typeface="Newsreader"/>
                <a:cs typeface="Newsreader"/>
              </a:rPr>
              <a:t>Three AI reviewers. One mobile specialist.</a:t>
            </a:r>
          </a:p>
        </p:txBody>
      </p:sp>
      <p:sp>
        <p:nvSpPr>
          <p:cNvPr id="2" name="text">
            <a:extLst xmlns:a="http://schemas.openxmlformats.org/drawingml/2006/main">
              <a:ext uri="{FF2B5EF4-FFF2-40B4-BE49-F238E27FC236}">
                <a16:creationId xmlns:a16="http://schemas.microsoft.com/office/drawing/2014/main" id="{B4309CEE-457D-4EEE-84CE-E935940845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581150"/>
            <a:ext cx="10477500" cy="695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225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defPPr>
            <a:lvl1pPr algn="l">
              <a:defRPr sz="225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1pPr>
            <a:lvl2pPr algn="l">
              <a:defRPr sz="225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2pPr>
            <a:lvl3pPr algn="l">
              <a:defRPr sz="225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3pPr>
            <a:lvl4pPr algn="l">
              <a:defRPr sz="225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4pPr>
            <a:lvl5pPr algn="l">
              <a:defRPr sz="225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5pPr>
            <a:lvl6pPr algn="l">
              <a:defRPr sz="225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6pPr>
            <a:lvl7pPr algn="l">
              <a:defRPr sz="225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7pPr>
            <a:lvl8pPr algn="l">
              <a:defRPr sz="225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8pPr>
            <a:lvl9pPr algn="l">
              <a:defRPr sz="225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9pPr>
          </a:lstStyle>
          <a:p xmlns:a="http://schemas.openxmlformats.org/drawingml/2006/main">
            <a:pPr algn="l">
              <a:defRPr sz="225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25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rPr>
              <a:t>Review feedback arrives without waiting days for a person.</a:t>
            </a:r>
          </a:p>
        </p:txBody>
      </p:sp>
      <p:sp>
        <p:nvSpPr>
          <p:cNvPr id="3" name="text">
            <a:extLst xmlns:a="http://schemas.openxmlformats.org/drawingml/2006/main">
              <a:ext uri="{FF2B5EF4-FFF2-40B4-BE49-F238E27FC236}">
                <a16:creationId xmlns:a16="http://schemas.microsoft.com/office/drawing/2014/main" id="{BFF86B9C-D0D1-4DBA-B2C0-981B7A15EE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76538"/>
            <a:ext cx="32004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defPPr>
            <a:lvl1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1pPr>
            <a:lvl2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2pPr>
            <a:lvl3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3pPr>
            <a:lvl4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4pPr>
            <a:lvl5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5pPr>
            <a:lvl6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6pPr>
            <a:lvl7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7pPr>
            <a:lvl8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8pPr>
            <a:lvl9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9pPr>
          </a:lstStyle>
          <a:p xmlns:a="http://schemas.openxmlformats.org/drawingml/2006/main">
            <a: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rPr>
              <a:t>CodeRabbit, Qodo, cubic</a:t>
            </a:r>
          </a:p>
        </p:txBody>
      </p:sp>
      <p:sp>
        <p:nvSpPr>
          <p:cNvPr id="4" name="text">
            <a:extLst xmlns:a="http://schemas.openxmlformats.org/drawingml/2006/main">
              <a:ext uri="{FF2B5EF4-FFF2-40B4-BE49-F238E27FC236}">
                <a16:creationId xmlns:a16="http://schemas.microsoft.com/office/drawing/2014/main" id="{B6C88F75-A601-4BB4-8AE1-F0D50E4034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2776538"/>
            <a:ext cx="7048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defPPr>
            <a:lvl1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1pPr>
            <a:lvl2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2pPr>
            <a:lvl3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3pPr>
            <a:lvl4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4pPr>
            <a:lvl5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5pPr>
            <a:lvl6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6pPr>
            <a:lvl7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7pPr>
            <a:lvl8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8pPr>
            <a:lvl9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9pPr>
          </a:lstStyle>
          <a:p xmlns:a="http://schemas.openxmlformats.org/drawingml/2006/main">
            <a: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rPr>
              <a:t>Three review perspectives on every PR.</a:t>
            </a:r>
          </a:p>
        </p:txBody>
      </p:sp>
      <p:sp>
        <p:nvSpPr>
          <p:cNvPr id="5" name="text">
            <a:extLst xmlns:a="http://schemas.openxmlformats.org/drawingml/2006/main">
              <a:ext uri="{FF2B5EF4-FFF2-40B4-BE49-F238E27FC236}">
                <a16:creationId xmlns:a16="http://schemas.microsoft.com/office/drawing/2014/main" id="{006AF275-1835-432A-BD9C-EAC0C9EE61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881438"/>
            <a:ext cx="32004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defPPr>
            <a:lvl1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1pPr>
            <a:lvl2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2pPr>
            <a:lvl3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3pPr>
            <a:lvl4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4pPr>
            <a:lvl5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5pPr>
            <a:lvl6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6pPr>
            <a:lvl7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7pPr>
            <a:lvl8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8pPr>
            <a:lvl9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9pPr>
          </a:lstStyle>
          <a:p xmlns:a="http://schemas.openxmlformats.org/drawingml/2006/main">
            <a: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rPr>
              <a:t>Custom Cursor reviewer</a:t>
            </a:r>
          </a:p>
        </p:txBody>
      </p:sp>
      <p:sp>
        <p:nvSpPr>
          <p:cNvPr id="6" name="text">
            <a:extLst xmlns:a="http://schemas.openxmlformats.org/drawingml/2006/main">
              <a:ext uri="{FF2B5EF4-FFF2-40B4-BE49-F238E27FC236}">
                <a16:creationId xmlns:a16="http://schemas.microsoft.com/office/drawing/2014/main" id="{0C26A5AD-04DE-48C8-8D99-A6C28D36C8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3881438"/>
            <a:ext cx="7048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defPPr>
            <a:lvl1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1pPr>
            <a:lvl2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2pPr>
            <a:lvl3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3pPr>
            <a:lvl4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4pPr>
            <a:lvl5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5pPr>
            <a:lvl6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6pPr>
            <a:lvl7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7pPr>
            <a:lvl8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8pPr>
            <a:lvl9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9pPr>
          </a:lstStyle>
          <a:p xmlns:a="http://schemas.openxmlformats.org/drawingml/2006/main">
            <a: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rPr>
              <a:t>An hourly review focused on React Native.</a:t>
            </a:r>
          </a:p>
        </p:txBody>
      </p:sp>
      <p:sp>
        <p:nvSpPr>
          <p:cNvPr id="7" name="text">
            <a:extLst xmlns:a="http://schemas.openxmlformats.org/drawingml/2006/main">
              <a:ext uri="{FF2B5EF4-FFF2-40B4-BE49-F238E27FC236}">
                <a16:creationId xmlns:a16="http://schemas.microsoft.com/office/drawing/2014/main" id="{47B57C3D-7F28-44C9-9B16-F94801EE6F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986338"/>
            <a:ext cx="32004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defPPr>
            <a:lvl1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1pPr>
            <a:lvl2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2pPr>
            <a:lvl3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3pPr>
            <a:lvl4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4pPr>
            <a:lvl5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5pPr>
            <a:lvl6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6pPr>
            <a:lvl7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7pPr>
            <a:lvl8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8pPr>
            <a:lvl9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9pPr>
          </a:lstStyle>
          <a:p xmlns:a="http://schemas.openxmlformats.org/drawingml/2006/main">
            <a: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rPr>
              <a:t>A shared quality bar</a:t>
            </a:r>
          </a:p>
        </p:txBody>
      </p:sp>
      <p:sp>
        <p:nvSpPr>
          <p:cNvPr id="8" name="text">
            <a:extLst xmlns:a="http://schemas.openxmlformats.org/drawingml/2006/main">
              <a:ext uri="{FF2B5EF4-FFF2-40B4-BE49-F238E27FC236}">
                <a16:creationId xmlns:a16="http://schemas.microsoft.com/office/drawing/2014/main" id="{442950B7-9B4C-49D6-AABD-6F194CF03E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4986338"/>
            <a:ext cx="7048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defPPr>
            <a:lvl1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1pPr>
            <a:lvl2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2pPr>
            <a:lvl3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3pPr>
            <a:lvl4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4pPr>
            <a:lvl5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5pPr>
            <a:lvl6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6pPr>
            <a:lvl7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7pPr>
            <a:lvl8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8pPr>
            <a:lvl9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9pPr>
          </a:lstStyle>
          <a:p xmlns:a="http://schemas.openxmlformats.org/drawingml/2006/main">
            <a: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rPr>
              <a:t>All reviewers use the guidelines in the repository.</a:t>
            </a:r>
          </a:p>
        </p:txBody>
      </p:sp>
      <p:sp>
        <p:nvSpPr>
          <p:cNvPr id="9" name="Slide number">
            <a:extLst xmlns:a="http://schemas.openxmlformats.org/drawingml/2006/main">
              <a:ext uri="{FF2B5EF4-FFF2-40B4-BE49-F238E27FC236}">
                <a16:creationId xmlns:a16="http://schemas.microsoft.com/office/drawing/2014/main" id="{7770935A-D498-4D70-B117-15E13EA5E4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48425"/>
            <a:ext cx="523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defPPr>
            <a:lvl1pPr algn="l">
              <a:def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1pPr>
            <a:lvl2pPr algn="l">
              <a:def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2pPr>
            <a:lvl3pPr algn="l">
              <a:def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3pPr>
            <a:lvl4pPr algn="l">
              <a:def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4pPr>
            <a:lvl5pPr algn="l">
              <a:def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5pPr>
            <a:lvl6pPr algn="l">
              <a:def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6pPr>
            <a:lvl7pPr algn="l">
              <a:def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7pPr>
            <a:lvl8pPr algn="l">
              <a:def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8pPr>
            <a:lvl9pPr algn="l">
              <a:def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rPr>
              <a:t>21</a:t>
            </a:r>
          </a:p>
        </p:txBody>
      </p:sp>
    </p:spTree>
    <p:extLst>
      <p:ext uri="{BB962C8B-B14F-4D97-AF65-F5344CB8AC3E}">
        <p14:creationId xmlns:p14="http://schemas.microsoft.com/office/powerpoint/2010/main" val="699629358"/>
      </p:ext>
    </p:extLst>
  </p:cSld>
</p:sld>
</file>

<file path=ppt/slides/slide22.xml><?xml version="1.0" encoding="utf-8"?>
<p:sld xmlns:p="http://schemas.openxmlformats.org/presentationml/2006/main">
  <p:cSld>
    <p:bg>
      <p:bgPr>
        <a:solidFill xmlns:a="http://schemas.openxmlformats.org/drawingml/2006/main">
          <a:srgbClr val="F5F2E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Title">
            <a:extLst xmlns:a="http://schemas.openxmlformats.org/drawingml/2006/main">
              <a:ext uri="{FF2B5EF4-FFF2-40B4-BE49-F238E27FC236}">
                <a16:creationId xmlns:a16="http://schemas.microsoft.com/office/drawing/2014/main" id="{D1DDEA8E-A748-47D3-A507-7DB7482671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19125"/>
            <a:ext cx="106680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4500" b="0">
                <a:solidFill>
                  <a:srgbClr val="15181B"/>
                </a:solidFill>
                <a:latin typeface="Newsreader"/>
                <a:ea typeface="Newsreader"/>
                <a:cs typeface="Newsreader"/>
              </a:defRPr>
            </a:defPPr>
            <a:lvl1pPr algn="l">
              <a:defRPr sz="4500" b="0">
                <a:solidFill>
                  <a:srgbClr val="15181B"/>
                </a:solidFill>
                <a:latin typeface="Newsreader"/>
                <a:ea typeface="Newsreader"/>
                <a:cs typeface="Newsreader"/>
              </a:defRPr>
            </a:lvl1pPr>
            <a:lvl2pPr algn="l">
              <a:defRPr sz="4500" b="0">
                <a:solidFill>
                  <a:srgbClr val="15181B"/>
                </a:solidFill>
                <a:latin typeface="Newsreader"/>
                <a:ea typeface="Newsreader"/>
                <a:cs typeface="Newsreader"/>
              </a:defRPr>
            </a:lvl2pPr>
            <a:lvl3pPr algn="l">
              <a:defRPr sz="4500" b="0">
                <a:solidFill>
                  <a:srgbClr val="15181B"/>
                </a:solidFill>
                <a:latin typeface="Newsreader"/>
                <a:ea typeface="Newsreader"/>
                <a:cs typeface="Newsreader"/>
              </a:defRPr>
            </a:lvl3pPr>
            <a:lvl4pPr algn="l">
              <a:defRPr sz="4500" b="0">
                <a:solidFill>
                  <a:srgbClr val="15181B"/>
                </a:solidFill>
                <a:latin typeface="Newsreader"/>
                <a:ea typeface="Newsreader"/>
                <a:cs typeface="Newsreader"/>
              </a:defRPr>
            </a:lvl4pPr>
            <a:lvl5pPr algn="l">
              <a:defRPr sz="4500" b="0">
                <a:solidFill>
                  <a:srgbClr val="15181B"/>
                </a:solidFill>
                <a:latin typeface="Newsreader"/>
                <a:ea typeface="Newsreader"/>
                <a:cs typeface="Newsreader"/>
              </a:defRPr>
            </a:lvl5pPr>
            <a:lvl6pPr algn="l">
              <a:defRPr sz="4500" b="0">
                <a:solidFill>
                  <a:srgbClr val="15181B"/>
                </a:solidFill>
                <a:latin typeface="Newsreader"/>
                <a:ea typeface="Newsreader"/>
                <a:cs typeface="Newsreader"/>
              </a:defRPr>
            </a:lvl6pPr>
            <a:lvl7pPr algn="l">
              <a:defRPr sz="4500" b="0">
                <a:solidFill>
                  <a:srgbClr val="15181B"/>
                </a:solidFill>
                <a:latin typeface="Newsreader"/>
                <a:ea typeface="Newsreader"/>
                <a:cs typeface="Newsreader"/>
              </a:defRPr>
            </a:lvl7pPr>
            <a:lvl8pPr algn="l">
              <a:defRPr sz="4500" b="0">
                <a:solidFill>
                  <a:srgbClr val="15181B"/>
                </a:solidFill>
                <a:latin typeface="Newsreader"/>
                <a:ea typeface="Newsreader"/>
                <a:cs typeface="Newsreader"/>
              </a:defRPr>
            </a:lvl8pPr>
            <a:lvl9pPr algn="l">
              <a:defRPr sz="4500" b="0">
                <a:solidFill>
                  <a:srgbClr val="15181B"/>
                </a:solidFill>
                <a:latin typeface="Newsreader"/>
                <a:ea typeface="Newsreader"/>
                <a:cs typeface="Newsreader"/>
              </a:defRPr>
            </a:lvl9pPr>
          </a:lstStyle>
          <a:p xmlns:a="http://schemas.openxmlformats.org/drawingml/2006/main">
            <a:pPr algn="l">
              <a:defRPr sz="4500" b="0">
                <a:solidFill>
                  <a:srgbClr val="15181B"/>
                </a:solidFill>
                <a:latin typeface="Newsreader"/>
                <a:ea typeface="Newsreader"/>
                <a:cs typeface="Newsreader"/>
              </a:defRPr>
            </a:pPr>
            <a:r>
              <a:rPr sz="4500" b="0">
                <a:solidFill>
                  <a:srgbClr val="15181B"/>
                </a:solidFill>
                <a:latin typeface="Newsreader"/>
                <a:ea typeface="Newsreader"/>
                <a:cs typeface="Newsreader"/>
              </a:rPr>
              <a:t>Review guidelines live with the code</a:t>
            </a:r>
          </a:p>
        </p:txBody>
      </p:sp>
      <p:sp>
        <p:nvSpPr>
          <p:cNvPr id="2" name="text">
            <a:extLst xmlns:a="http://schemas.openxmlformats.org/drawingml/2006/main">
              <a:ext uri="{FF2B5EF4-FFF2-40B4-BE49-F238E27FC236}">
                <a16:creationId xmlns:a16="http://schemas.microsoft.com/office/drawing/2014/main" id="{E01D51CE-274B-447A-8595-15D24C4FC6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581150"/>
            <a:ext cx="10477500" cy="695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225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defPPr>
            <a:lvl1pPr algn="l">
              <a:defRPr sz="225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1pPr>
            <a:lvl2pPr algn="l">
              <a:defRPr sz="225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2pPr>
            <a:lvl3pPr algn="l">
              <a:defRPr sz="225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3pPr>
            <a:lvl4pPr algn="l">
              <a:defRPr sz="225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4pPr>
            <a:lvl5pPr algn="l">
              <a:defRPr sz="225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5pPr>
            <a:lvl6pPr algn="l">
              <a:defRPr sz="225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6pPr>
            <a:lvl7pPr algn="l">
              <a:defRPr sz="225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7pPr>
            <a:lvl8pPr algn="l">
              <a:defRPr sz="225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8pPr>
            <a:lvl9pPr algn="l">
              <a:defRPr sz="225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9pPr>
          </a:lstStyle>
          <a:p xmlns:a="http://schemas.openxmlformats.org/drawingml/2006/main">
            <a:pPr algn="l">
              <a:defRPr sz="225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25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rPr>
              <a:t>Every AI reviewer starts with the same mobile context.</a:t>
            </a:r>
          </a:p>
        </p:txBody>
      </p:sp>
      <p:sp>
        <p:nvSpPr>
          <p:cNvPr id="3" name="text">
            <a:extLst xmlns:a="http://schemas.openxmlformats.org/drawingml/2006/main">
              <a:ext uri="{FF2B5EF4-FFF2-40B4-BE49-F238E27FC236}">
                <a16:creationId xmlns:a16="http://schemas.microsoft.com/office/drawing/2014/main" id="{7537C61D-425B-4BB2-916E-3E4C089B13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76538"/>
            <a:ext cx="32004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defPPr>
            <a:lvl1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1pPr>
            <a:lvl2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2pPr>
            <a:lvl3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3pPr>
            <a:lvl4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4pPr>
            <a:lvl5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5pPr>
            <a:lvl6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6pPr>
            <a:lvl7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7pPr>
            <a:lvl8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8pPr>
            <a:lvl9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9pPr>
          </a:lstStyle>
          <a:p xmlns:a="http://schemas.openxmlformats.org/drawingml/2006/main">
            <a: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rPr>
              <a:t>React Native standards</a:t>
            </a:r>
          </a:p>
        </p:txBody>
      </p:sp>
      <p:sp>
        <p:nvSpPr>
          <p:cNvPr id="4" name="text">
            <a:extLst xmlns:a="http://schemas.openxmlformats.org/drawingml/2006/main">
              <a:ext uri="{FF2B5EF4-FFF2-40B4-BE49-F238E27FC236}">
                <a16:creationId xmlns:a16="http://schemas.microsoft.com/office/drawing/2014/main" id="{D6AAD498-EA71-4A7A-9197-D3341DA440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2776538"/>
            <a:ext cx="7048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defPPr>
            <a:lvl1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1pPr>
            <a:lvl2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2pPr>
            <a:lvl3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3pPr>
            <a:lvl4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4pPr>
            <a:lvl5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5pPr>
            <a:lvl6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6pPr>
            <a:lvl7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7pPr>
            <a:lvl8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8pPr>
            <a:lvl9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9pPr>
          </a:lstStyle>
          <a:p xmlns:a="http://schemas.openxmlformats.org/drawingml/2006/main">
            <a: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rPr>
              <a:t>Mobile best practices and platform behaviour.</a:t>
            </a:r>
          </a:p>
        </p:txBody>
      </p:sp>
      <p:sp>
        <p:nvSpPr>
          <p:cNvPr id="5" name="text">
            <a:extLst xmlns:a="http://schemas.openxmlformats.org/drawingml/2006/main">
              <a:ext uri="{FF2B5EF4-FFF2-40B4-BE49-F238E27FC236}">
                <a16:creationId xmlns:a16="http://schemas.microsoft.com/office/drawing/2014/main" id="{8404D16D-5864-486B-8C45-F1D31887AA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881438"/>
            <a:ext cx="32004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defPPr>
            <a:lvl1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1pPr>
            <a:lvl2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2pPr>
            <a:lvl3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3pPr>
            <a:lvl4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4pPr>
            <a:lvl5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5pPr>
            <a:lvl6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6pPr>
            <a:lvl7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7pPr>
            <a:lvl8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8pPr>
            <a:lvl9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9pPr>
          </a:lstStyle>
          <a:p xmlns:a="http://schemas.openxmlformats.org/drawingml/2006/main">
            <a: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rPr>
              <a:t>Engineering expectations</a:t>
            </a:r>
          </a:p>
        </p:txBody>
      </p:sp>
      <p:sp>
        <p:nvSpPr>
          <p:cNvPr id="6" name="text">
            <a:extLst xmlns:a="http://schemas.openxmlformats.org/drawingml/2006/main">
              <a:ext uri="{FF2B5EF4-FFF2-40B4-BE49-F238E27FC236}">
                <a16:creationId xmlns:a16="http://schemas.microsoft.com/office/drawing/2014/main" id="{5B898343-4A7C-465D-80FA-C253EDD0C4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3881438"/>
            <a:ext cx="7048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defPPr>
            <a:lvl1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1pPr>
            <a:lvl2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2pPr>
            <a:lvl3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3pPr>
            <a:lvl4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4pPr>
            <a:lvl5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5pPr>
            <a:lvl6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6pPr>
            <a:lvl7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7pPr>
            <a:lvl8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8pPr>
            <a:lvl9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9pPr>
          </a:lstStyle>
          <a:p xmlns:a="http://schemas.openxmlformats.org/drawingml/2006/main">
            <a: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rPr>
              <a:t>Reuse existing code. Separate concerns. Require tests.</a:t>
            </a:r>
          </a:p>
        </p:txBody>
      </p:sp>
      <p:sp>
        <p:nvSpPr>
          <p:cNvPr id="7" name="text">
            <a:extLst xmlns:a="http://schemas.openxmlformats.org/drawingml/2006/main">
              <a:ext uri="{FF2B5EF4-FFF2-40B4-BE49-F238E27FC236}">
                <a16:creationId xmlns:a16="http://schemas.microsoft.com/office/drawing/2014/main" id="{C93CC8D1-B491-44F6-8D0E-F9EF20A9D6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986338"/>
            <a:ext cx="32004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defPPr>
            <a:lvl1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1pPr>
            <a:lvl2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2pPr>
            <a:lvl3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3pPr>
            <a:lvl4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4pPr>
            <a:lvl5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5pPr>
            <a:lvl6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6pPr>
            <a:lvl7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7pPr>
            <a:lvl8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8pPr>
            <a:lvl9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9pPr>
          </a:lstStyle>
          <a:p xmlns:a="http://schemas.openxmlformats.org/drawingml/2006/main">
            <a: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rPr>
              <a:t>Guidelines evolve</a:t>
            </a:r>
          </a:p>
        </p:txBody>
      </p:sp>
      <p:sp>
        <p:nvSpPr>
          <p:cNvPr id="8" name="text">
            <a:extLst xmlns:a="http://schemas.openxmlformats.org/drawingml/2006/main">
              <a:ext uri="{FF2B5EF4-FFF2-40B4-BE49-F238E27FC236}">
                <a16:creationId xmlns:a16="http://schemas.microsoft.com/office/drawing/2014/main" id="{D22CFF33-A091-47A1-A340-1CF470EF6B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4986338"/>
            <a:ext cx="7048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defPPr>
            <a:lvl1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1pPr>
            <a:lvl2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2pPr>
            <a:lvl3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3pPr>
            <a:lvl4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4pPr>
            <a:lvl5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5pPr>
            <a:lvl6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6pPr>
            <a:lvl7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7pPr>
            <a:lvl8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8pPr>
            <a:lvl9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9pPr>
          </a:lstStyle>
          <a:p xmlns:a="http://schemas.openxmlformats.org/drawingml/2006/main">
            <a: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rPr>
              <a:t>Clarify missed context and improve future reviews.</a:t>
            </a:r>
          </a:p>
        </p:txBody>
      </p:sp>
      <p:sp>
        <p:nvSpPr>
          <p:cNvPr id="9" name="Slide number">
            <a:extLst xmlns:a="http://schemas.openxmlformats.org/drawingml/2006/main">
              <a:ext uri="{FF2B5EF4-FFF2-40B4-BE49-F238E27FC236}">
                <a16:creationId xmlns:a16="http://schemas.microsoft.com/office/drawing/2014/main" id="{3A10B253-DF12-4090-8C95-977ADFE1C9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48425"/>
            <a:ext cx="523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defPPr>
            <a:lvl1pPr algn="l">
              <a:def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1pPr>
            <a:lvl2pPr algn="l">
              <a:def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2pPr>
            <a:lvl3pPr algn="l">
              <a:def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3pPr>
            <a:lvl4pPr algn="l">
              <a:def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4pPr>
            <a:lvl5pPr algn="l">
              <a:def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5pPr>
            <a:lvl6pPr algn="l">
              <a:def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6pPr>
            <a:lvl7pPr algn="l">
              <a:def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7pPr>
            <a:lvl8pPr algn="l">
              <a:def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8pPr>
            <a:lvl9pPr algn="l">
              <a:def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rPr>
              <a:t>22</a:t>
            </a:r>
          </a:p>
        </p:txBody>
      </p:sp>
    </p:spTree>
    <p:extLst>
      <p:ext uri="{BB962C8B-B14F-4D97-AF65-F5344CB8AC3E}">
        <p14:creationId xmlns:p14="http://schemas.microsoft.com/office/powerpoint/2010/main" val="409413061"/>
      </p:ext>
    </p:extLst>
  </p:cSld>
</p:sld>
</file>

<file path=ppt/slides/slide23.xml><?xml version="1.0" encoding="utf-8"?>
<p:sld xmlns:p="http://schemas.openxmlformats.org/presentationml/2006/main">
  <p:cSld>
    <p:bg>
      <p:bgPr>
        <a:solidFill xmlns:a="http://schemas.openxmlformats.org/drawingml/2006/main">
          <a:srgbClr val="E7EC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Completed section 0">
            <a:extLst xmlns:a="http://schemas.openxmlformats.org/drawingml/2006/main">
              <a:ext uri="{FF2B5EF4-FFF2-40B4-BE49-F238E27FC236}">
                <a16:creationId xmlns:a16="http://schemas.microsoft.com/office/drawing/2014/main" id="{76CFCF08-1F12-429F-B669-C15DFDF4E9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790575"/>
            <a:ext cx="9144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defRPr>
            </a:defPPr>
            <a:lvl1pPr algn="l">
              <a:def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defRPr>
            </a:lvl1pPr>
            <a:lvl2pPr algn="l">
              <a:def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defRPr>
            </a:lvl2pPr>
            <a:lvl3pPr algn="l">
              <a:def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defRPr>
            </a:lvl3pPr>
            <a:lvl4pPr algn="l">
              <a:def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defRPr>
            </a:lvl4pPr>
            <a:lvl5pPr algn="l">
              <a:def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defRPr>
            </a:lvl5pPr>
            <a:lvl6pPr algn="l">
              <a:def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defRPr>
            </a:lvl6pPr>
            <a:lvl7pPr algn="l">
              <a:def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defRPr>
            </a:lvl7pPr>
            <a:lvl8pPr algn="l">
              <a:def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defRPr>
            </a:lvl8pPr>
            <a:lvl9pPr algn="l">
              <a:def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defRPr>
            </a:lvl9pPr>
          </a:lstStyle>
          <a:p xmlns:a="http://schemas.openxmlformats.org/drawingml/2006/main">
            <a:pPr algn="l">
              <a:def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defRPr>
            </a:pPr>
            <a:r>
              <a: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rPr>
              <a:t>01  Skills</a:t>
            </a:r>
          </a:p>
        </p:txBody>
      </p:sp>
      <p:sp>
        <p:nvSpPr>
          <p:cNvPr id="2" name="Section description 0">
            <a:extLst xmlns:a="http://schemas.openxmlformats.org/drawingml/2006/main">
              <a:ext uri="{FF2B5EF4-FFF2-40B4-BE49-F238E27FC236}">
                <a16:creationId xmlns:a16="http://schemas.microsoft.com/office/drawing/2014/main" id="{10404F2A-26E0-4EBA-8509-B4D4E00E14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38375" y="1190625"/>
            <a:ext cx="857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defPPr>
            <a:lvl1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1pPr>
            <a:lvl2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2pPr>
            <a:lvl3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3pPr>
            <a:lvl4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4pPr>
            <a:lvl5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5pPr>
            <a:lvl6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6pPr>
            <a:lvl7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7pPr>
            <a:lvl8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8pPr>
            <a:lvl9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9pPr>
          </a:lstStyle>
          <a:p xmlns:a="http://schemas.openxmlformats.org/drawingml/2006/main">
            <a: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rPr>
              <a:t>Make good engineering habits repeatable.</a:t>
            </a:r>
          </a:p>
        </p:txBody>
      </p:sp>
      <p:sp>
        <p:nvSpPr>
          <p:cNvPr id="3" name="Completed section 1">
            <a:extLst xmlns:a="http://schemas.openxmlformats.org/drawingml/2006/main">
              <a:ext uri="{FF2B5EF4-FFF2-40B4-BE49-F238E27FC236}">
                <a16:creationId xmlns:a16="http://schemas.microsoft.com/office/drawing/2014/main" id="{684FF1EF-AF62-4D6E-A0E0-855C70B42C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1552575"/>
            <a:ext cx="9144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defRPr>
            </a:defPPr>
            <a:lvl1pPr algn="l">
              <a:def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defRPr>
            </a:lvl1pPr>
            <a:lvl2pPr algn="l">
              <a:def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defRPr>
            </a:lvl2pPr>
            <a:lvl3pPr algn="l">
              <a:def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defRPr>
            </a:lvl3pPr>
            <a:lvl4pPr algn="l">
              <a:def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defRPr>
            </a:lvl4pPr>
            <a:lvl5pPr algn="l">
              <a:def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defRPr>
            </a:lvl5pPr>
            <a:lvl6pPr algn="l">
              <a:def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defRPr>
            </a:lvl6pPr>
            <a:lvl7pPr algn="l">
              <a:def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defRPr>
            </a:lvl7pPr>
            <a:lvl8pPr algn="l">
              <a:def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defRPr>
            </a:lvl8pPr>
            <a:lvl9pPr algn="l">
              <a:def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defRPr>
            </a:lvl9pPr>
          </a:lstStyle>
          <a:p xmlns:a="http://schemas.openxmlformats.org/drawingml/2006/main">
            <a:pPr algn="l">
              <a:def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defRPr>
            </a:pPr>
            <a:r>
              <a: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rPr>
              <a:t>02  Testing</a:t>
            </a:r>
          </a:p>
        </p:txBody>
      </p:sp>
      <p:sp>
        <p:nvSpPr>
          <p:cNvPr id="4" name="Section description 1">
            <a:extLst xmlns:a="http://schemas.openxmlformats.org/drawingml/2006/main">
              <a:ext uri="{FF2B5EF4-FFF2-40B4-BE49-F238E27FC236}">
                <a16:creationId xmlns:a16="http://schemas.microsoft.com/office/drawing/2014/main" id="{BA3CD1E0-EE20-4248-97C5-D197A07677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38375" y="1952625"/>
            <a:ext cx="857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defPPr>
            <a:lvl1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1pPr>
            <a:lvl2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2pPr>
            <a:lvl3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3pPr>
            <a:lvl4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4pPr>
            <a:lvl5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5pPr>
            <a:lvl6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6pPr>
            <a:lvl7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7pPr>
            <a:lvl8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8pPr>
            <a:lvl9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9pPr>
          </a:lstStyle>
          <a:p xmlns:a="http://schemas.openxmlformats.org/drawingml/2006/main">
            <a: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rPr>
              <a:t>Make each check protect real behaviour.</a:t>
            </a:r>
          </a:p>
        </p:txBody>
      </p:sp>
      <p:sp>
        <p:nvSpPr>
          <p:cNvPr id="5" name="Completed section 2">
            <a:extLst xmlns:a="http://schemas.openxmlformats.org/drawingml/2006/main">
              <a:ext uri="{FF2B5EF4-FFF2-40B4-BE49-F238E27FC236}">
                <a16:creationId xmlns:a16="http://schemas.microsoft.com/office/drawing/2014/main" id="{24AF4F8A-01AE-4639-9C51-50A724341B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2314575"/>
            <a:ext cx="9144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defRPr>
            </a:defPPr>
            <a:lvl1pPr algn="l">
              <a:def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defRPr>
            </a:lvl1pPr>
            <a:lvl2pPr algn="l">
              <a:def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defRPr>
            </a:lvl2pPr>
            <a:lvl3pPr algn="l">
              <a:def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defRPr>
            </a:lvl3pPr>
            <a:lvl4pPr algn="l">
              <a:def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defRPr>
            </a:lvl4pPr>
            <a:lvl5pPr algn="l">
              <a:def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defRPr>
            </a:lvl5pPr>
            <a:lvl6pPr algn="l">
              <a:def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defRPr>
            </a:lvl6pPr>
            <a:lvl7pPr algn="l">
              <a:def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defRPr>
            </a:lvl7pPr>
            <a:lvl8pPr algn="l">
              <a:def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defRPr>
            </a:lvl8pPr>
            <a:lvl9pPr algn="l">
              <a:def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defRPr>
            </a:lvl9pPr>
          </a:lstStyle>
          <a:p xmlns:a="http://schemas.openxmlformats.org/drawingml/2006/main">
            <a:pPr algn="l">
              <a:def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defRPr>
            </a:pPr>
            <a:r>
              <a: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rPr>
              <a:t>03  CI</a:t>
            </a:r>
          </a:p>
        </p:txBody>
      </p:sp>
      <p:sp>
        <p:nvSpPr>
          <p:cNvPr id="6" name="Section description 2">
            <a:extLst xmlns:a="http://schemas.openxmlformats.org/drawingml/2006/main">
              <a:ext uri="{FF2B5EF4-FFF2-40B4-BE49-F238E27FC236}">
                <a16:creationId xmlns:a16="http://schemas.microsoft.com/office/drawing/2014/main" id="{86FB40B8-0A9D-42E0-8F2F-6B63B89652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38375" y="2714625"/>
            <a:ext cx="857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defPPr>
            <a:lvl1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1pPr>
            <a:lvl2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2pPr>
            <a:lvl3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3pPr>
            <a:lvl4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4pPr>
            <a:lvl5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5pPr>
            <a:lvl6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6pPr>
            <a:lvl7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7pPr>
            <a:lvl8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8pPr>
            <a:lvl9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9pPr>
          </a:lstStyle>
          <a:p xmlns:a="http://schemas.openxmlformats.org/drawingml/2006/main">
            <a: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rPr>
              <a:t>Check every PR. Block the pipeline on failure.</a:t>
            </a:r>
          </a:p>
        </p:txBody>
      </p:sp>
      <p:sp>
        <p:nvSpPr>
          <p:cNvPr id="7" name="Completed section 3">
            <a:extLst xmlns:a="http://schemas.openxmlformats.org/drawingml/2006/main">
              <a:ext uri="{FF2B5EF4-FFF2-40B4-BE49-F238E27FC236}">
                <a16:creationId xmlns:a16="http://schemas.microsoft.com/office/drawing/2014/main" id="{A619571E-C5BF-4B01-B385-7646DDA358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3076575"/>
            <a:ext cx="9144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defRPr>
            </a:defPPr>
            <a:lvl1pPr algn="l">
              <a:def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defRPr>
            </a:lvl1pPr>
            <a:lvl2pPr algn="l">
              <a:def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defRPr>
            </a:lvl2pPr>
            <a:lvl3pPr algn="l">
              <a:def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defRPr>
            </a:lvl3pPr>
            <a:lvl4pPr algn="l">
              <a:def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defRPr>
            </a:lvl4pPr>
            <a:lvl5pPr algn="l">
              <a:def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defRPr>
            </a:lvl5pPr>
            <a:lvl6pPr algn="l">
              <a:def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defRPr>
            </a:lvl6pPr>
            <a:lvl7pPr algn="l">
              <a:def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defRPr>
            </a:lvl7pPr>
            <a:lvl8pPr algn="l">
              <a:def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defRPr>
            </a:lvl8pPr>
            <a:lvl9pPr algn="l">
              <a:def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defRPr>
            </a:lvl9pPr>
          </a:lstStyle>
          <a:p xmlns:a="http://schemas.openxmlformats.org/drawingml/2006/main">
            <a:pPr algn="l">
              <a:def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defRPr>
            </a:pPr>
            <a:r>
              <a: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rPr>
              <a:t>04  Device verification</a:t>
            </a:r>
          </a:p>
        </p:txBody>
      </p:sp>
      <p:sp>
        <p:nvSpPr>
          <p:cNvPr id="8" name="Section description 3">
            <a:extLst xmlns:a="http://schemas.openxmlformats.org/drawingml/2006/main">
              <a:ext uri="{FF2B5EF4-FFF2-40B4-BE49-F238E27FC236}">
                <a16:creationId xmlns:a16="http://schemas.microsoft.com/office/drawing/2014/main" id="{22F549F4-BD23-43AD-94D5-71D37AFA1B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38375" y="3476625"/>
            <a:ext cx="857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defPPr>
            <a:lvl1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1pPr>
            <a:lvl2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2pPr>
            <a:lvl3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3pPr>
            <a:lvl4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4pPr>
            <a:lvl5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5pPr>
            <a:lvl6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6pPr>
            <a:lvl7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7pPr>
            <a:lvl8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8pPr>
            <a:lvl9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9pPr>
          </a:lstStyle>
          <a:p xmlns:a="http://schemas.openxmlformats.org/drawingml/2006/main">
            <a: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rPr>
              <a:t>Maestro checks on iOS and Android. Recorded results and failures.</a:t>
            </a:r>
          </a:p>
        </p:txBody>
      </p:sp>
      <p:sp>
        <p:nvSpPr>
          <p:cNvPr id="9" name="Completed section 4">
            <a:extLst xmlns:a="http://schemas.openxmlformats.org/drawingml/2006/main">
              <a:ext uri="{FF2B5EF4-FFF2-40B4-BE49-F238E27FC236}">
                <a16:creationId xmlns:a16="http://schemas.microsoft.com/office/drawing/2014/main" id="{5EB74929-80CF-4E9A-AFC0-432C4812BA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3838575"/>
            <a:ext cx="9144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defRPr>
            </a:defPPr>
            <a:lvl1pPr algn="l">
              <a:def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defRPr>
            </a:lvl1pPr>
            <a:lvl2pPr algn="l">
              <a:def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defRPr>
            </a:lvl2pPr>
            <a:lvl3pPr algn="l">
              <a:def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defRPr>
            </a:lvl3pPr>
            <a:lvl4pPr algn="l">
              <a:def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defRPr>
            </a:lvl4pPr>
            <a:lvl5pPr algn="l">
              <a:def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defRPr>
            </a:lvl5pPr>
            <a:lvl6pPr algn="l">
              <a:def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defRPr>
            </a:lvl6pPr>
            <a:lvl7pPr algn="l">
              <a:def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defRPr>
            </a:lvl7pPr>
            <a:lvl8pPr algn="l">
              <a:def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defRPr>
            </a:lvl8pPr>
            <a:lvl9pPr algn="l">
              <a:def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defRPr>
            </a:lvl9pPr>
          </a:lstStyle>
          <a:p xmlns:a="http://schemas.openxmlformats.org/drawingml/2006/main">
            <a:pPr algn="l">
              <a:def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defRPr>
            </a:pPr>
            <a:r>
              <a: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rPr>
              <a:t>05  AI reviewers</a:t>
            </a:r>
          </a:p>
        </p:txBody>
      </p:sp>
      <p:sp>
        <p:nvSpPr>
          <p:cNvPr id="10" name="Section description 4">
            <a:extLst xmlns:a="http://schemas.openxmlformats.org/drawingml/2006/main">
              <a:ext uri="{FF2B5EF4-FFF2-40B4-BE49-F238E27FC236}">
                <a16:creationId xmlns:a16="http://schemas.microsoft.com/office/drawing/2014/main" id="{83D91827-1C06-4F71-BF71-B9FBEB3FF3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38375" y="4238625"/>
            <a:ext cx="857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defPPr>
            <a:lvl1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1pPr>
            <a:lvl2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2pPr>
            <a:lvl3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3pPr>
            <a:lvl4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4pPr>
            <a:lvl5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5pPr>
            <a:lvl6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6pPr>
            <a:lvl7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7pPr>
            <a:lvl8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8pPr>
            <a:lvl9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9pPr>
          </a:lstStyle>
          <a:p xmlns:a="http://schemas.openxmlformats.org/drawingml/2006/main">
            <a: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rPr>
              <a:t>Three reviewers on every PR. Shared mobile guidelines.</a:t>
            </a:r>
          </a:p>
        </p:txBody>
      </p:sp>
      <p:sp>
        <p:nvSpPr>
          <p:cNvPr id="11" name="Active section">
            <a:extLst xmlns:a="http://schemas.openxmlformats.org/drawingml/2006/main">
              <a:ext uri="{FF2B5EF4-FFF2-40B4-BE49-F238E27FC236}">
                <a16:creationId xmlns:a16="http://schemas.microsoft.com/office/drawing/2014/main" id="{4228D695-749B-418E-B559-E57BB6F126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4600575"/>
            <a:ext cx="9144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2550" b="1">
                <a:solidFill>
                  <a:srgbClr val="17243B"/>
                </a:solidFill>
                <a:latin typeface="Newsreader"/>
                <a:ea typeface="Newsreader"/>
                <a:cs typeface="Newsreader"/>
              </a:defRPr>
            </a:defPPr>
            <a:lvl1pPr algn="l">
              <a:defRPr sz="2550" b="1">
                <a:solidFill>
                  <a:srgbClr val="17243B"/>
                </a:solidFill>
                <a:latin typeface="Newsreader"/>
                <a:ea typeface="Newsreader"/>
                <a:cs typeface="Newsreader"/>
              </a:defRPr>
            </a:lvl1pPr>
            <a:lvl2pPr algn="l">
              <a:defRPr sz="2550" b="1">
                <a:solidFill>
                  <a:srgbClr val="17243B"/>
                </a:solidFill>
                <a:latin typeface="Newsreader"/>
                <a:ea typeface="Newsreader"/>
                <a:cs typeface="Newsreader"/>
              </a:defRPr>
            </a:lvl2pPr>
            <a:lvl3pPr algn="l">
              <a:defRPr sz="2550" b="1">
                <a:solidFill>
                  <a:srgbClr val="17243B"/>
                </a:solidFill>
                <a:latin typeface="Newsreader"/>
                <a:ea typeface="Newsreader"/>
                <a:cs typeface="Newsreader"/>
              </a:defRPr>
            </a:lvl3pPr>
            <a:lvl4pPr algn="l">
              <a:defRPr sz="2550" b="1">
                <a:solidFill>
                  <a:srgbClr val="17243B"/>
                </a:solidFill>
                <a:latin typeface="Newsreader"/>
                <a:ea typeface="Newsreader"/>
                <a:cs typeface="Newsreader"/>
              </a:defRPr>
            </a:lvl4pPr>
            <a:lvl5pPr algn="l">
              <a:defRPr sz="2550" b="1">
                <a:solidFill>
                  <a:srgbClr val="17243B"/>
                </a:solidFill>
                <a:latin typeface="Newsreader"/>
                <a:ea typeface="Newsreader"/>
                <a:cs typeface="Newsreader"/>
              </a:defRPr>
            </a:lvl5pPr>
            <a:lvl6pPr algn="l">
              <a:defRPr sz="2550" b="1">
                <a:solidFill>
                  <a:srgbClr val="17243B"/>
                </a:solidFill>
                <a:latin typeface="Newsreader"/>
                <a:ea typeface="Newsreader"/>
                <a:cs typeface="Newsreader"/>
              </a:defRPr>
            </a:lvl6pPr>
            <a:lvl7pPr algn="l">
              <a:defRPr sz="2550" b="1">
                <a:solidFill>
                  <a:srgbClr val="17243B"/>
                </a:solidFill>
                <a:latin typeface="Newsreader"/>
                <a:ea typeface="Newsreader"/>
                <a:cs typeface="Newsreader"/>
              </a:defRPr>
            </a:lvl7pPr>
            <a:lvl8pPr algn="l">
              <a:defRPr sz="2550" b="1">
                <a:solidFill>
                  <a:srgbClr val="17243B"/>
                </a:solidFill>
                <a:latin typeface="Newsreader"/>
                <a:ea typeface="Newsreader"/>
                <a:cs typeface="Newsreader"/>
              </a:defRPr>
            </a:lvl8pPr>
            <a:lvl9pPr algn="l">
              <a:defRPr sz="2550" b="1">
                <a:solidFill>
                  <a:srgbClr val="17243B"/>
                </a:solidFill>
                <a:latin typeface="Newsreader"/>
                <a:ea typeface="Newsreader"/>
                <a:cs typeface="Newsreader"/>
              </a:defRPr>
            </a:lvl9pPr>
          </a:lstStyle>
          <a:p xmlns:a="http://schemas.openxmlformats.org/drawingml/2006/main">
            <a:pPr algn="l">
              <a:defRPr sz="2550" b="1">
                <a:solidFill>
                  <a:srgbClr val="17243B"/>
                </a:solidFill>
                <a:latin typeface="Newsreader"/>
                <a:ea typeface="Newsreader"/>
                <a:cs typeface="Newsreader"/>
              </a:defRPr>
            </a:pPr>
            <a:r>
              <a:rPr sz="2550" b="1">
                <a:solidFill>
                  <a:srgbClr val="17243B"/>
                </a:solidFill>
                <a:latin typeface="Newsreader"/>
                <a:ea typeface="Newsreader"/>
                <a:cs typeface="Newsreader"/>
              </a:rPr>
              <a:t>06  Sentry</a:t>
            </a:r>
          </a:p>
        </p:txBody>
      </p:sp>
      <p:sp>
        <p:nvSpPr>
          <p:cNvPr id="12" name="Section description 5">
            <a:extLst xmlns:a="http://schemas.openxmlformats.org/drawingml/2006/main">
              <a:ext uri="{FF2B5EF4-FFF2-40B4-BE49-F238E27FC236}">
                <a16:creationId xmlns:a16="http://schemas.microsoft.com/office/drawing/2014/main" id="{24D62167-588B-4C99-8D22-F3A127885E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38375" y="5000625"/>
            <a:ext cx="857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defPPr>
            <a:lvl1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1pPr>
            <a:lvl2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2pPr>
            <a:lvl3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3pPr>
            <a:lvl4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4pPr>
            <a:lvl5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5pPr>
            <a:lvl6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6pPr>
            <a:lvl7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7pPr>
            <a:lvl8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8pPr>
            <a:lvl9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9pPr>
          </a:lstStyle>
          <a:p xmlns:a="http://schemas.openxmlformats.org/drawingml/2006/main">
            <a: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rPr>
              <a:t>Turn production issues into the next regression check.</a:t>
            </a:r>
          </a:p>
        </p:txBody>
      </p:sp>
      <p:pic>
        <p:nvPic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C38C626-6520-40B6-8020-A16B0566D89E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82052ec21ac4a1d"/>
          <a:stretch xmlns:a="http://schemas.openxmlformats.org/drawingml/2006/main"/>
        </p:blipFill>
        <p:spPr>
          <a:xfrm xmlns:a="http://schemas.openxmlformats.org/drawingml/2006/main">
            <a:off x="1333500" y="5172075"/>
            <a:ext cx="9334500" cy="1143000"/>
          </a:xfrm>
          <a:prstGeom xmlns:a="http://schemas.openxmlformats.org/drawingml/2006/main" prst="rect">
            <a:avLst/>
          </a:prstGeom>
        </p:spPr>
      </p:pic>
      <p:sp>
        <p:nvSpPr>
          <p:cNvPr id="14" name="Slide number">
            <a:extLst xmlns:a="http://schemas.openxmlformats.org/drawingml/2006/main">
              <a:ext uri="{FF2B5EF4-FFF2-40B4-BE49-F238E27FC236}">
                <a16:creationId xmlns:a16="http://schemas.microsoft.com/office/drawing/2014/main" id="{235FB5BE-73D8-4334-8826-FABA8F41D3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48425"/>
            <a:ext cx="523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14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defPPr>
            <a:lvl1pPr algn="l">
              <a:defRPr sz="14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1pPr>
            <a:lvl2pPr algn="l">
              <a:defRPr sz="14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2pPr>
            <a:lvl3pPr algn="l">
              <a:defRPr sz="14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3pPr>
            <a:lvl4pPr algn="l">
              <a:defRPr sz="14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4pPr>
            <a:lvl5pPr algn="l">
              <a:defRPr sz="14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5pPr>
            <a:lvl6pPr algn="l">
              <a:defRPr sz="14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6pPr>
            <a:lvl7pPr algn="l">
              <a:defRPr sz="14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7pPr>
            <a:lvl8pPr algn="l">
              <a:defRPr sz="14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8pPr>
            <a:lvl9pPr algn="l">
              <a:defRPr sz="14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4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rPr>
              <a:t>23</a:t>
            </a:r>
          </a:p>
        </p:txBody>
      </p:sp>
    </p:spTree>
    <p:extLst>
      <p:ext uri="{BB962C8B-B14F-4D97-AF65-F5344CB8AC3E}">
        <p14:creationId xmlns:p14="http://schemas.microsoft.com/office/powerpoint/2010/main" val="620699434"/>
      </p:ext>
    </p:extLst>
  </p:cSld>
</p:sld>
</file>

<file path=ppt/slides/slide24.xml><?xml version="1.0" encoding="utf-8"?>
<p:sld xmlns:p="http://schemas.openxmlformats.org/presentationml/2006/main">
  <p:cSld>
    <p:bg>
      <p:bgPr>
        <a:solidFill xmlns:a="http://schemas.openxmlformats.org/drawingml/2006/main">
          <a:srgbClr val="F5F2E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itle">
            <a:extLst xmlns:a="http://schemas.openxmlformats.org/drawingml/2006/main">
              <a:ext uri="{FF2B5EF4-FFF2-40B4-BE49-F238E27FC236}">
                <a16:creationId xmlns:a16="http://schemas.microsoft.com/office/drawing/2014/main" id="{D99AAC2D-0266-4001-89F8-47565DFD55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19125"/>
            <a:ext cx="106680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4050" b="0">
                <a:solidFill>
                  <a:srgbClr val="15181B"/>
                </a:solidFill>
                <a:latin typeface="Newsreader"/>
                <a:ea typeface="Newsreader"/>
                <a:cs typeface="Newsreader"/>
              </a:defRPr>
            </a:defPPr>
            <a:lvl1pPr algn="l">
              <a:defRPr sz="4050" b="0">
                <a:solidFill>
                  <a:srgbClr val="15181B"/>
                </a:solidFill>
                <a:latin typeface="Newsreader"/>
                <a:ea typeface="Newsreader"/>
                <a:cs typeface="Newsreader"/>
              </a:defRPr>
            </a:lvl1pPr>
            <a:lvl2pPr algn="l">
              <a:defRPr sz="4050" b="0">
                <a:solidFill>
                  <a:srgbClr val="15181B"/>
                </a:solidFill>
                <a:latin typeface="Newsreader"/>
                <a:ea typeface="Newsreader"/>
                <a:cs typeface="Newsreader"/>
              </a:defRPr>
            </a:lvl2pPr>
            <a:lvl3pPr algn="l">
              <a:defRPr sz="4050" b="0">
                <a:solidFill>
                  <a:srgbClr val="15181B"/>
                </a:solidFill>
                <a:latin typeface="Newsreader"/>
                <a:ea typeface="Newsreader"/>
                <a:cs typeface="Newsreader"/>
              </a:defRPr>
            </a:lvl3pPr>
            <a:lvl4pPr algn="l">
              <a:defRPr sz="4050" b="0">
                <a:solidFill>
                  <a:srgbClr val="15181B"/>
                </a:solidFill>
                <a:latin typeface="Newsreader"/>
                <a:ea typeface="Newsreader"/>
                <a:cs typeface="Newsreader"/>
              </a:defRPr>
            </a:lvl4pPr>
            <a:lvl5pPr algn="l">
              <a:defRPr sz="4050" b="0">
                <a:solidFill>
                  <a:srgbClr val="15181B"/>
                </a:solidFill>
                <a:latin typeface="Newsreader"/>
                <a:ea typeface="Newsreader"/>
                <a:cs typeface="Newsreader"/>
              </a:defRPr>
            </a:lvl5pPr>
            <a:lvl6pPr algn="l">
              <a:defRPr sz="4050" b="0">
                <a:solidFill>
                  <a:srgbClr val="15181B"/>
                </a:solidFill>
                <a:latin typeface="Newsreader"/>
                <a:ea typeface="Newsreader"/>
                <a:cs typeface="Newsreader"/>
              </a:defRPr>
            </a:lvl6pPr>
            <a:lvl7pPr algn="l">
              <a:defRPr sz="4050" b="0">
                <a:solidFill>
                  <a:srgbClr val="15181B"/>
                </a:solidFill>
                <a:latin typeface="Newsreader"/>
                <a:ea typeface="Newsreader"/>
                <a:cs typeface="Newsreader"/>
              </a:defRPr>
            </a:lvl7pPr>
            <a:lvl8pPr algn="l">
              <a:defRPr sz="4050" b="0">
                <a:solidFill>
                  <a:srgbClr val="15181B"/>
                </a:solidFill>
                <a:latin typeface="Newsreader"/>
                <a:ea typeface="Newsreader"/>
                <a:cs typeface="Newsreader"/>
              </a:defRPr>
            </a:lvl8pPr>
            <a:lvl9pPr algn="l">
              <a:defRPr sz="4050" b="0">
                <a:solidFill>
                  <a:srgbClr val="15181B"/>
                </a:solidFill>
                <a:latin typeface="Newsreader"/>
                <a:ea typeface="Newsreader"/>
                <a:cs typeface="Newsreader"/>
              </a:defRPr>
            </a:lvl9pPr>
          </a:lstStyle>
          <a:p xmlns:a="http://schemas.openxmlformats.org/drawingml/2006/main">
            <a:pPr algn="l">
              <a:defRPr sz="4050" b="0">
                <a:solidFill>
                  <a:srgbClr val="15181B"/>
                </a:solidFill>
                <a:latin typeface="Newsreader"/>
                <a:ea typeface="Newsreader"/>
                <a:cs typeface="Newsreader"/>
              </a:defRPr>
            </a:pPr>
            <a:r>
              <a:rPr sz="4050" b="0">
                <a:solidFill>
                  <a:srgbClr val="15181B"/>
                </a:solidFill>
                <a:latin typeface="Newsreader"/>
                <a:ea typeface="Newsreader"/>
                <a:cs typeface="Newsreader"/>
              </a:rPr>
              <a:t>Turn an issue into a regression check</a:t>
            </a:r>
          </a:p>
        </p:txBody>
      </p:sp>
      <p:sp>
        <p:nvSpPr>
          <p:cNvPr id="2" name="text">
            <a:extLst xmlns:a="http://schemas.openxmlformats.org/drawingml/2006/main">
              <a:ext uri="{FF2B5EF4-FFF2-40B4-BE49-F238E27FC236}">
                <a16:creationId xmlns:a16="http://schemas.microsoft.com/office/drawing/2014/main" id="{522DCE43-9616-40AC-AA26-0FCE360AD6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2233613"/>
            <a:ext cx="790575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2325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defPPr>
            <a:lvl1pPr algn="l">
              <a:defRPr sz="2325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1pPr>
            <a:lvl2pPr algn="l">
              <a:defRPr sz="2325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2pPr>
            <a:lvl3pPr algn="l">
              <a:defRPr sz="2325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3pPr>
            <a:lvl4pPr algn="l">
              <a:defRPr sz="2325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4pPr>
            <a:lvl5pPr algn="l">
              <a:defRPr sz="2325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5pPr>
            <a:lvl6pPr algn="l">
              <a:defRPr sz="2325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6pPr>
            <a:lvl7pPr algn="l">
              <a:defRPr sz="2325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7pPr>
            <a:lvl8pPr algn="l">
              <a:defRPr sz="2325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8pPr>
            <a:lvl9pPr algn="l">
              <a:defRPr sz="2325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9pPr>
          </a:lstStyle>
          <a:p xmlns:a="http://schemas.openxmlformats.org/drawingml/2006/main">
            <a:pPr algn="l">
              <a:defRPr sz="2325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325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rPr>
              <a:t>01</a:t>
            </a:r>
          </a:p>
        </p:txBody>
      </p:sp>
      <p:sp>
        <p:nvSpPr>
          <p:cNvPr id="3" name="text">
            <a:extLst xmlns:a="http://schemas.openxmlformats.org/drawingml/2006/main">
              <a:ext uri="{FF2B5EF4-FFF2-40B4-BE49-F238E27FC236}">
                <a16:creationId xmlns:a16="http://schemas.microsoft.com/office/drawing/2014/main" id="{BE732144-4E90-4CF5-BA36-A800D9E1AD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2233613"/>
            <a:ext cx="9620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247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defPPr>
            <a:lvl1pPr algn="l">
              <a:defRPr sz="247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1pPr>
            <a:lvl2pPr algn="l">
              <a:defRPr sz="247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2pPr>
            <a:lvl3pPr algn="l">
              <a:defRPr sz="247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3pPr>
            <a:lvl4pPr algn="l">
              <a:defRPr sz="247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4pPr>
            <a:lvl5pPr algn="l">
              <a:defRPr sz="247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5pPr>
            <a:lvl6pPr algn="l">
              <a:defRPr sz="247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6pPr>
            <a:lvl7pPr algn="l">
              <a:defRPr sz="247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7pPr>
            <a:lvl8pPr algn="l">
              <a:defRPr sz="247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8pPr>
            <a:lvl9pPr algn="l">
              <a:defRPr sz="247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9pPr>
          </a:lstStyle>
          <a:p xmlns:a="http://schemas.openxmlformats.org/drawingml/2006/main">
            <a:pPr algn="l">
              <a:defRPr sz="247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47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rPr>
              <a:t>Investigate a recorded issue</a:t>
            </a:r>
          </a:p>
        </p:txBody>
      </p:sp>
      <p:sp>
        <p:nvSpPr>
          <p:cNvPr id="4" name="text">
            <a:extLst xmlns:a="http://schemas.openxmlformats.org/drawingml/2006/main">
              <a:ext uri="{FF2B5EF4-FFF2-40B4-BE49-F238E27FC236}">
                <a16:creationId xmlns:a16="http://schemas.microsoft.com/office/drawing/2014/main" id="{A4AFB216-592A-4AD2-B1FB-FFBC72CF2B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2843213"/>
            <a:ext cx="790575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2325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defPPr>
            <a:lvl1pPr algn="l">
              <a:defRPr sz="2325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1pPr>
            <a:lvl2pPr algn="l">
              <a:defRPr sz="2325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2pPr>
            <a:lvl3pPr algn="l">
              <a:defRPr sz="2325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3pPr>
            <a:lvl4pPr algn="l">
              <a:defRPr sz="2325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4pPr>
            <a:lvl5pPr algn="l">
              <a:defRPr sz="2325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5pPr>
            <a:lvl6pPr algn="l">
              <a:defRPr sz="2325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6pPr>
            <a:lvl7pPr algn="l">
              <a:defRPr sz="2325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7pPr>
            <a:lvl8pPr algn="l">
              <a:defRPr sz="2325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8pPr>
            <a:lvl9pPr algn="l">
              <a:defRPr sz="2325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9pPr>
          </a:lstStyle>
          <a:p xmlns:a="http://schemas.openxmlformats.org/drawingml/2006/main">
            <a:pPr algn="l">
              <a:defRPr sz="2325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325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rPr>
              <a:t>02</a:t>
            </a:r>
          </a:p>
        </p:txBody>
      </p:sp>
      <p:sp>
        <p:nvSpPr>
          <p:cNvPr id="5" name="text">
            <a:extLst xmlns:a="http://schemas.openxmlformats.org/drawingml/2006/main">
              <a:ext uri="{FF2B5EF4-FFF2-40B4-BE49-F238E27FC236}">
                <a16:creationId xmlns:a16="http://schemas.microsoft.com/office/drawing/2014/main" id="{414FBB83-2955-4DAD-91C5-1432AF6591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2843213"/>
            <a:ext cx="9620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247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defPPr>
            <a:lvl1pPr algn="l">
              <a:defRPr sz="247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1pPr>
            <a:lvl2pPr algn="l">
              <a:defRPr sz="247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2pPr>
            <a:lvl3pPr algn="l">
              <a:defRPr sz="247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3pPr>
            <a:lvl4pPr algn="l">
              <a:defRPr sz="247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4pPr>
            <a:lvl5pPr algn="l">
              <a:defRPr sz="247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5pPr>
            <a:lvl6pPr algn="l">
              <a:defRPr sz="247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6pPr>
            <a:lvl7pPr algn="l">
              <a:defRPr sz="247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7pPr>
            <a:lvl8pPr algn="l">
              <a:defRPr sz="247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8pPr>
            <a:lvl9pPr algn="l">
              <a:defRPr sz="247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9pPr>
          </a:lstStyle>
          <a:p xmlns:a="http://schemas.openxmlformats.org/drawingml/2006/main">
            <a:pPr algn="l">
              <a:defRPr sz="247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47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rPr>
              <a:t>Reproduce the relevant behaviour</a:t>
            </a:r>
          </a:p>
        </p:txBody>
      </p:sp>
      <p:sp>
        <p:nvSpPr>
          <p:cNvPr id="6" name="text">
            <a:extLst xmlns:a="http://schemas.openxmlformats.org/drawingml/2006/main">
              <a:ext uri="{FF2B5EF4-FFF2-40B4-BE49-F238E27FC236}">
                <a16:creationId xmlns:a16="http://schemas.microsoft.com/office/drawing/2014/main" id="{4179B83A-D13E-40F4-926F-3EADE2459C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3452813"/>
            <a:ext cx="790575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2325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defPPr>
            <a:lvl1pPr algn="l">
              <a:defRPr sz="2325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1pPr>
            <a:lvl2pPr algn="l">
              <a:defRPr sz="2325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2pPr>
            <a:lvl3pPr algn="l">
              <a:defRPr sz="2325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3pPr>
            <a:lvl4pPr algn="l">
              <a:defRPr sz="2325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4pPr>
            <a:lvl5pPr algn="l">
              <a:defRPr sz="2325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5pPr>
            <a:lvl6pPr algn="l">
              <a:defRPr sz="2325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6pPr>
            <a:lvl7pPr algn="l">
              <a:defRPr sz="2325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7pPr>
            <a:lvl8pPr algn="l">
              <a:defRPr sz="2325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8pPr>
            <a:lvl9pPr algn="l">
              <a:defRPr sz="2325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9pPr>
          </a:lstStyle>
          <a:p xmlns:a="http://schemas.openxmlformats.org/drawingml/2006/main">
            <a:pPr algn="l">
              <a:defRPr sz="2325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325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rPr>
              <a:t>03</a:t>
            </a:r>
          </a:p>
        </p:txBody>
      </p:sp>
      <p:sp>
        <p:nvSpPr>
          <p:cNvPr id="7" name="text">
            <a:extLst xmlns:a="http://schemas.openxmlformats.org/drawingml/2006/main">
              <a:ext uri="{FF2B5EF4-FFF2-40B4-BE49-F238E27FC236}">
                <a16:creationId xmlns:a16="http://schemas.microsoft.com/office/drawing/2014/main" id="{830FBFE0-AE7C-4AC8-8B16-E0B8551C9C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3452813"/>
            <a:ext cx="9620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247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defPPr>
            <a:lvl1pPr algn="l">
              <a:defRPr sz="247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1pPr>
            <a:lvl2pPr algn="l">
              <a:defRPr sz="247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2pPr>
            <a:lvl3pPr algn="l">
              <a:defRPr sz="247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3pPr>
            <a:lvl4pPr algn="l">
              <a:defRPr sz="247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4pPr>
            <a:lvl5pPr algn="l">
              <a:defRPr sz="247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5pPr>
            <a:lvl6pPr algn="l">
              <a:defRPr sz="247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6pPr>
            <a:lvl7pPr algn="l">
              <a:defRPr sz="247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7pPr>
            <a:lvl8pPr algn="l">
              <a:defRPr sz="247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8pPr>
            <a:lvl9pPr algn="l">
              <a:defRPr sz="247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9pPr>
          </a:lstStyle>
          <a:p xmlns:a="http://schemas.openxmlformats.org/drawingml/2006/main">
            <a:pPr algn="l">
              <a:defRPr sz="247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47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rPr>
              <a:t>Make a bounded correction</a:t>
            </a:r>
          </a:p>
        </p:txBody>
      </p:sp>
      <p:sp>
        <p:nvSpPr>
          <p:cNvPr id="8" name="text">
            <a:extLst xmlns:a="http://schemas.openxmlformats.org/drawingml/2006/main">
              <a:ext uri="{FF2B5EF4-FFF2-40B4-BE49-F238E27FC236}">
                <a16:creationId xmlns:a16="http://schemas.microsoft.com/office/drawing/2014/main" id="{27797B40-D02D-4EC1-B60B-90494FAC9A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4062413"/>
            <a:ext cx="790575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2325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defPPr>
            <a:lvl1pPr algn="l">
              <a:defRPr sz="2325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1pPr>
            <a:lvl2pPr algn="l">
              <a:defRPr sz="2325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2pPr>
            <a:lvl3pPr algn="l">
              <a:defRPr sz="2325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3pPr>
            <a:lvl4pPr algn="l">
              <a:defRPr sz="2325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4pPr>
            <a:lvl5pPr algn="l">
              <a:defRPr sz="2325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5pPr>
            <a:lvl6pPr algn="l">
              <a:defRPr sz="2325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6pPr>
            <a:lvl7pPr algn="l">
              <a:defRPr sz="2325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7pPr>
            <a:lvl8pPr algn="l">
              <a:defRPr sz="2325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8pPr>
            <a:lvl9pPr algn="l">
              <a:defRPr sz="2325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9pPr>
          </a:lstStyle>
          <a:p xmlns:a="http://schemas.openxmlformats.org/drawingml/2006/main">
            <a:pPr algn="l">
              <a:defRPr sz="2325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325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rPr>
              <a:t>04</a:t>
            </a:r>
          </a:p>
        </p:txBody>
      </p:sp>
      <p:sp>
        <p:nvSpPr>
          <p:cNvPr id="9" name="text">
            <a:extLst xmlns:a="http://schemas.openxmlformats.org/drawingml/2006/main">
              <a:ext uri="{FF2B5EF4-FFF2-40B4-BE49-F238E27FC236}">
                <a16:creationId xmlns:a16="http://schemas.microsoft.com/office/drawing/2014/main" id="{F5415CFA-0012-4B4A-BBA7-2DE8D5DDFE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4062413"/>
            <a:ext cx="9620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247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defPPr>
            <a:lvl1pPr algn="l">
              <a:defRPr sz="247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1pPr>
            <a:lvl2pPr algn="l">
              <a:defRPr sz="247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2pPr>
            <a:lvl3pPr algn="l">
              <a:defRPr sz="247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3pPr>
            <a:lvl4pPr algn="l">
              <a:defRPr sz="247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4pPr>
            <a:lvl5pPr algn="l">
              <a:defRPr sz="247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5pPr>
            <a:lvl6pPr algn="l">
              <a:defRPr sz="247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6pPr>
            <a:lvl7pPr algn="l">
              <a:defRPr sz="247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7pPr>
            <a:lvl8pPr algn="l">
              <a:defRPr sz="247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8pPr>
            <a:lvl9pPr algn="l">
              <a:defRPr sz="247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9pPr>
          </a:lstStyle>
          <a:p xmlns:a="http://schemas.openxmlformats.org/drawingml/2006/main">
            <a:pPr algn="l">
              <a:defRPr sz="247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47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rPr>
              <a:t>Add a regression check</a:t>
            </a:r>
          </a:p>
        </p:txBody>
      </p:sp>
      <p:sp>
        <p:nvSpPr>
          <p:cNvPr id="10" name="text">
            <a:extLst xmlns:a="http://schemas.openxmlformats.org/drawingml/2006/main">
              <a:ext uri="{FF2B5EF4-FFF2-40B4-BE49-F238E27FC236}">
                <a16:creationId xmlns:a16="http://schemas.microsoft.com/office/drawing/2014/main" id="{B2C55A9B-EBCE-4565-8C41-8B5051EFDA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4672013"/>
            <a:ext cx="790575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2325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defPPr>
            <a:lvl1pPr algn="l">
              <a:defRPr sz="2325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1pPr>
            <a:lvl2pPr algn="l">
              <a:defRPr sz="2325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2pPr>
            <a:lvl3pPr algn="l">
              <a:defRPr sz="2325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3pPr>
            <a:lvl4pPr algn="l">
              <a:defRPr sz="2325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4pPr>
            <a:lvl5pPr algn="l">
              <a:defRPr sz="2325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5pPr>
            <a:lvl6pPr algn="l">
              <a:defRPr sz="2325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6pPr>
            <a:lvl7pPr algn="l">
              <a:defRPr sz="2325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7pPr>
            <a:lvl8pPr algn="l">
              <a:defRPr sz="2325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8pPr>
            <a:lvl9pPr algn="l">
              <a:defRPr sz="2325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9pPr>
          </a:lstStyle>
          <a:p xmlns:a="http://schemas.openxmlformats.org/drawingml/2006/main">
            <a:pPr algn="l">
              <a:defRPr sz="2325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325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rPr>
              <a:t>05</a:t>
            </a:r>
          </a:p>
        </p:txBody>
      </p:sp>
      <p:sp>
        <p:nvSpPr>
          <p:cNvPr id="11" name="text">
            <a:extLst xmlns:a="http://schemas.openxmlformats.org/drawingml/2006/main">
              <a:ext uri="{FF2B5EF4-FFF2-40B4-BE49-F238E27FC236}">
                <a16:creationId xmlns:a16="http://schemas.microsoft.com/office/drawing/2014/main" id="{831460CA-A959-4263-8BC8-266F64E782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4672013"/>
            <a:ext cx="9620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247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defPPr>
            <a:lvl1pPr algn="l">
              <a:defRPr sz="247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1pPr>
            <a:lvl2pPr algn="l">
              <a:defRPr sz="247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2pPr>
            <a:lvl3pPr algn="l">
              <a:defRPr sz="247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3pPr>
            <a:lvl4pPr algn="l">
              <a:defRPr sz="247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4pPr>
            <a:lvl5pPr algn="l">
              <a:defRPr sz="247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5pPr>
            <a:lvl6pPr algn="l">
              <a:defRPr sz="247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6pPr>
            <a:lvl7pPr algn="l">
              <a:defRPr sz="247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7pPr>
            <a:lvl8pPr algn="l">
              <a:defRPr sz="247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8pPr>
            <a:lvl9pPr algn="l">
              <a:defRPr sz="247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9pPr>
          </a:lstStyle>
          <a:p xmlns:a="http://schemas.openxmlformats.org/drawingml/2006/main">
            <a:pPr algn="l">
              <a:defRPr sz="247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47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rPr>
              <a:t>Return evidence to review</a:t>
            </a:r>
          </a:p>
        </p:txBody>
      </p:sp>
      <p:sp>
        <p:nvSpPr>
          <p:cNvPr id="12" name="text">
            <a:extLst xmlns:a="http://schemas.openxmlformats.org/drawingml/2006/main">
              <a:ext uri="{FF2B5EF4-FFF2-40B4-BE49-F238E27FC236}">
                <a16:creationId xmlns:a16="http://schemas.microsoft.com/office/drawing/2014/main" id="{D7B71877-EABB-461F-9794-329A98B673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857875"/>
            <a:ext cx="10477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210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defPPr>
            <a:lvl1pPr algn="l">
              <a:defRPr sz="210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1pPr>
            <a:lvl2pPr algn="l">
              <a:defRPr sz="210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2pPr>
            <a:lvl3pPr algn="l">
              <a:defRPr sz="210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3pPr>
            <a:lvl4pPr algn="l">
              <a:defRPr sz="210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4pPr>
            <a:lvl5pPr algn="l">
              <a:defRPr sz="210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5pPr>
            <a:lvl6pPr algn="l">
              <a:defRPr sz="210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6pPr>
            <a:lvl7pPr algn="l">
              <a:defRPr sz="210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7pPr>
            <a:lvl8pPr algn="l">
              <a:defRPr sz="210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8pPr>
            <a:lvl9pPr algn="l">
              <a:defRPr sz="210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9pPr>
          </a:lstStyle>
          <a:p xmlns:a="http://schemas.openxmlformats.org/drawingml/2006/main">
            <a:pPr algn="l">
              <a:defRPr sz="210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10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rPr>
              <a:t>A resurfacing issue becomes a focused development task.</a:t>
            </a:r>
          </a:p>
        </p:txBody>
      </p:sp>
      <p:sp>
        <p:nvSpPr>
          <p:cNvPr id="13" name="Slide number">
            <a:extLst xmlns:a="http://schemas.openxmlformats.org/drawingml/2006/main">
              <a:ext uri="{FF2B5EF4-FFF2-40B4-BE49-F238E27FC236}">
                <a16:creationId xmlns:a16="http://schemas.microsoft.com/office/drawing/2014/main" id="{89379538-0032-42E4-B4F1-7A0338DEC5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48425"/>
            <a:ext cx="523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defPPr>
            <a:lvl1pPr algn="l">
              <a:def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1pPr>
            <a:lvl2pPr algn="l">
              <a:def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2pPr>
            <a:lvl3pPr algn="l">
              <a:def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3pPr>
            <a:lvl4pPr algn="l">
              <a:def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4pPr>
            <a:lvl5pPr algn="l">
              <a:def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5pPr>
            <a:lvl6pPr algn="l">
              <a:def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6pPr>
            <a:lvl7pPr algn="l">
              <a:def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7pPr>
            <a:lvl8pPr algn="l">
              <a:def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8pPr>
            <a:lvl9pPr algn="l">
              <a:def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rPr>
              <a:t>24</a:t>
            </a:r>
          </a:p>
        </p:txBody>
      </p:sp>
    </p:spTree>
    <p:extLst>
      <p:ext uri="{BB962C8B-B14F-4D97-AF65-F5344CB8AC3E}">
        <p14:creationId xmlns:p14="http://schemas.microsoft.com/office/powerpoint/2010/main" val="1009380352"/>
      </p:ext>
    </p:extLst>
  </p:cSld>
</p:sld>
</file>

<file path=ppt/slides/slide25.xml><?xml version="1.0" encoding="utf-8"?>
<p:sld xmlns:p="http://schemas.openxmlformats.org/presentationml/2006/main">
  <p:cSld>
    <p:bg>
      <p:bgPr>
        <a:solidFill xmlns:a="http://schemas.openxmlformats.org/drawingml/2006/main">
          <a:srgbClr val="F5F2E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Title">
            <a:extLst xmlns:a="http://schemas.openxmlformats.org/drawingml/2006/main">
              <a:ext uri="{FF2B5EF4-FFF2-40B4-BE49-F238E27FC236}">
                <a16:creationId xmlns:a16="http://schemas.microsoft.com/office/drawing/2014/main" id="{5D55E353-BB72-4B54-9AC9-3CE8848142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19125"/>
            <a:ext cx="106680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4050" b="0">
                <a:solidFill>
                  <a:srgbClr val="15181B"/>
                </a:solidFill>
                <a:latin typeface="Newsreader"/>
                <a:ea typeface="Newsreader"/>
                <a:cs typeface="Newsreader"/>
              </a:defRPr>
            </a:defPPr>
            <a:lvl1pPr algn="l">
              <a:defRPr sz="4050" b="0">
                <a:solidFill>
                  <a:srgbClr val="15181B"/>
                </a:solidFill>
                <a:latin typeface="Newsreader"/>
                <a:ea typeface="Newsreader"/>
                <a:cs typeface="Newsreader"/>
              </a:defRPr>
            </a:lvl1pPr>
            <a:lvl2pPr algn="l">
              <a:defRPr sz="4050" b="0">
                <a:solidFill>
                  <a:srgbClr val="15181B"/>
                </a:solidFill>
                <a:latin typeface="Newsreader"/>
                <a:ea typeface="Newsreader"/>
                <a:cs typeface="Newsreader"/>
              </a:defRPr>
            </a:lvl2pPr>
            <a:lvl3pPr algn="l">
              <a:defRPr sz="4050" b="0">
                <a:solidFill>
                  <a:srgbClr val="15181B"/>
                </a:solidFill>
                <a:latin typeface="Newsreader"/>
                <a:ea typeface="Newsreader"/>
                <a:cs typeface="Newsreader"/>
              </a:defRPr>
            </a:lvl3pPr>
            <a:lvl4pPr algn="l">
              <a:defRPr sz="4050" b="0">
                <a:solidFill>
                  <a:srgbClr val="15181B"/>
                </a:solidFill>
                <a:latin typeface="Newsreader"/>
                <a:ea typeface="Newsreader"/>
                <a:cs typeface="Newsreader"/>
              </a:defRPr>
            </a:lvl4pPr>
            <a:lvl5pPr algn="l">
              <a:defRPr sz="4050" b="0">
                <a:solidFill>
                  <a:srgbClr val="15181B"/>
                </a:solidFill>
                <a:latin typeface="Newsreader"/>
                <a:ea typeface="Newsreader"/>
                <a:cs typeface="Newsreader"/>
              </a:defRPr>
            </a:lvl5pPr>
            <a:lvl6pPr algn="l">
              <a:defRPr sz="4050" b="0">
                <a:solidFill>
                  <a:srgbClr val="15181B"/>
                </a:solidFill>
                <a:latin typeface="Newsreader"/>
                <a:ea typeface="Newsreader"/>
                <a:cs typeface="Newsreader"/>
              </a:defRPr>
            </a:lvl6pPr>
            <a:lvl7pPr algn="l">
              <a:defRPr sz="4050" b="0">
                <a:solidFill>
                  <a:srgbClr val="15181B"/>
                </a:solidFill>
                <a:latin typeface="Newsreader"/>
                <a:ea typeface="Newsreader"/>
                <a:cs typeface="Newsreader"/>
              </a:defRPr>
            </a:lvl7pPr>
            <a:lvl8pPr algn="l">
              <a:defRPr sz="4050" b="0">
                <a:solidFill>
                  <a:srgbClr val="15181B"/>
                </a:solidFill>
                <a:latin typeface="Newsreader"/>
                <a:ea typeface="Newsreader"/>
                <a:cs typeface="Newsreader"/>
              </a:defRPr>
            </a:lvl8pPr>
            <a:lvl9pPr algn="l">
              <a:defRPr sz="4050" b="0">
                <a:solidFill>
                  <a:srgbClr val="15181B"/>
                </a:solidFill>
                <a:latin typeface="Newsreader"/>
                <a:ea typeface="Newsreader"/>
                <a:cs typeface="Newsreader"/>
              </a:defRPr>
            </a:lvl9pPr>
          </a:lstStyle>
          <a:p xmlns:a="http://schemas.openxmlformats.org/drawingml/2006/main">
            <a:pPr algn="l">
              <a:defRPr sz="4050" b="0">
                <a:solidFill>
                  <a:srgbClr val="15181B"/>
                </a:solidFill>
                <a:latin typeface="Newsreader"/>
                <a:ea typeface="Newsreader"/>
                <a:cs typeface="Newsreader"/>
              </a:defRPr>
            </a:pPr>
            <a:r>
              <a:rPr sz="4050" b="0">
                <a:solidFill>
                  <a:srgbClr val="15181B"/>
                </a:solidFill>
                <a:latin typeface="Newsreader"/>
                <a:ea typeface="Newsreader"/>
                <a:cs typeface="Newsreader"/>
              </a:rPr>
              <a:t>Fewer recorded errors, with variation</a:t>
            </a:r>
          </a:p>
        </p:txBody>
      </p:sp>
      <p:graphicFrame>
        <p:nvGraphicFramePr>
          <p:cNvPr id="2" name="Chart">
            <a:extLst xmlns:a="http://schemas.openxmlformats.org/drawingml/2006/main">
              <a:ext uri="{FF2B5EF4-FFF2-40B4-BE49-F238E27FC236}">
                <a16:creationId xmlns:a16="http://schemas.microsoft.com/office/drawing/2014/main" id="{8BA7A602-B154-4DBB-A000-721300E67761}"/>
              </a:ext>
            </a:extLst>
          </p:cNvPr>
          <p:cNvGraphicFramePr/>
          <p:nvPr/>
        </p:nvGraphicFramePr>
        <p:xfrm>
          <a:off xmlns:a="http://schemas.openxmlformats.org/drawingml/2006/main" x="723900" y="2381250"/>
          <a:ext xmlns:a="http://schemas.openxmlformats.org/drawingml/2006/main" cx="10744200" cy="2952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23ffe5d8560b4fc4"/>
          </a:graphicData>
        </a:graphic>
      </p:graphicFrame>
      <p:sp>
        <p:nvSpPr>
          <p:cNvPr id="3" name="Date label">
            <a:extLst xmlns:a="http://schemas.openxmlformats.org/drawingml/2006/main">
              <a:ext uri="{FF2B5EF4-FFF2-40B4-BE49-F238E27FC236}">
                <a16:creationId xmlns:a16="http://schemas.microsoft.com/office/drawing/2014/main" id="{17640C3E-A541-4C3C-8C01-DD82F1439A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5543550"/>
            <a:ext cx="1238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17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defPPr>
            <a:lvl1pPr algn="l">
              <a:defRPr sz="17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1pPr>
            <a:lvl2pPr algn="l">
              <a:defRPr sz="17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2pPr>
            <a:lvl3pPr algn="l">
              <a:defRPr sz="17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3pPr>
            <a:lvl4pPr algn="l">
              <a:defRPr sz="17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4pPr>
            <a:lvl5pPr algn="l">
              <a:defRPr sz="17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5pPr>
            <a:lvl6pPr algn="l">
              <a:defRPr sz="17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6pPr>
            <a:lvl7pPr algn="l">
              <a:defRPr sz="17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7pPr>
            <a:lvl8pPr algn="l">
              <a:defRPr sz="17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8pPr>
            <a:lvl9pPr algn="l">
              <a:defRPr sz="17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9pPr>
          </a:lstStyle>
          <a:p xmlns:a="http://schemas.openxmlformats.org/drawingml/2006/main">
            <a:pPr algn="l">
              <a:defRPr sz="17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7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rPr>
              <a:t>7 Jul</a:t>
            </a:r>
          </a:p>
        </p:txBody>
      </p:sp>
      <p:sp>
        <p:nvSpPr>
          <p:cNvPr id="4" name="Date label">
            <a:extLst xmlns:a="http://schemas.openxmlformats.org/drawingml/2006/main">
              <a:ext uri="{FF2B5EF4-FFF2-40B4-BE49-F238E27FC236}">
                <a16:creationId xmlns:a16="http://schemas.microsoft.com/office/drawing/2014/main" id="{6464A867-2C8F-48DA-9AC1-E3A058DACA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5543550"/>
            <a:ext cx="1238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ctr">
              <a:defRPr sz="17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defPPr>
            <a:lvl1pPr algn="ctr">
              <a:defRPr sz="17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1pPr>
            <a:lvl2pPr algn="ctr">
              <a:defRPr sz="17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2pPr>
            <a:lvl3pPr algn="ctr">
              <a:defRPr sz="17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3pPr>
            <a:lvl4pPr algn="ctr">
              <a:defRPr sz="17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4pPr>
            <a:lvl5pPr algn="ctr">
              <a:defRPr sz="17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5pPr>
            <a:lvl6pPr algn="ctr">
              <a:defRPr sz="17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6pPr>
            <a:lvl7pPr algn="ctr">
              <a:defRPr sz="17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7pPr>
            <a:lvl8pPr algn="ctr">
              <a:defRPr sz="17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8pPr>
            <a:lvl9pPr algn="ctr">
              <a:defRPr sz="17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9pPr>
          </a:lstStyle>
          <a:p xmlns:a="http://schemas.openxmlformats.org/drawingml/2006/main">
            <a:pPr algn="ctr">
              <a:defRPr sz="17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7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rPr>
              <a:t>11 Aug</a:t>
            </a:r>
          </a:p>
        </p:txBody>
      </p:sp>
      <p:sp>
        <p:nvSpPr>
          <p:cNvPr id="5" name="Date label">
            <a:extLst xmlns:a="http://schemas.openxmlformats.org/drawingml/2006/main">
              <a:ext uri="{FF2B5EF4-FFF2-40B4-BE49-F238E27FC236}">
                <a16:creationId xmlns:a16="http://schemas.microsoft.com/office/drawing/2014/main" id="{D6BE2C03-9E36-4F6B-B4C5-439CA10383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91400" y="5543550"/>
            <a:ext cx="1238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ctr">
              <a:defRPr sz="17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defPPr>
            <a:lvl1pPr algn="ctr">
              <a:defRPr sz="17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1pPr>
            <a:lvl2pPr algn="ctr">
              <a:defRPr sz="17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2pPr>
            <a:lvl3pPr algn="ctr">
              <a:defRPr sz="17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3pPr>
            <a:lvl4pPr algn="ctr">
              <a:defRPr sz="17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4pPr>
            <a:lvl5pPr algn="ctr">
              <a:defRPr sz="17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5pPr>
            <a:lvl6pPr algn="ctr">
              <a:defRPr sz="17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6pPr>
            <a:lvl7pPr algn="ctr">
              <a:defRPr sz="17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7pPr>
            <a:lvl8pPr algn="ctr">
              <a:defRPr sz="17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8pPr>
            <a:lvl9pPr algn="ctr">
              <a:defRPr sz="17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9pPr>
          </a:lstStyle>
          <a:p xmlns:a="http://schemas.openxmlformats.org/drawingml/2006/main">
            <a:pPr algn="ctr">
              <a:defRPr sz="17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7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rPr>
              <a:t>15 Sep</a:t>
            </a:r>
          </a:p>
        </p:txBody>
      </p:sp>
      <p:sp>
        <p:nvSpPr>
          <p:cNvPr id="6" name="Date label">
            <a:extLst xmlns:a="http://schemas.openxmlformats.org/drawingml/2006/main">
              <a:ext uri="{FF2B5EF4-FFF2-40B4-BE49-F238E27FC236}">
                <a16:creationId xmlns:a16="http://schemas.microsoft.com/office/drawing/2014/main" id="{27EE98BB-81B9-4470-B0C1-94BFAD3C89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25125" y="5543550"/>
            <a:ext cx="1238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ctr">
              <a:defRPr sz="17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defPPr>
            <a:lvl1pPr algn="ctr">
              <a:defRPr sz="17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1pPr>
            <a:lvl2pPr algn="ctr">
              <a:defRPr sz="17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2pPr>
            <a:lvl3pPr algn="ctr">
              <a:defRPr sz="17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3pPr>
            <a:lvl4pPr algn="ctr">
              <a:defRPr sz="17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4pPr>
            <a:lvl5pPr algn="ctr">
              <a:defRPr sz="17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5pPr>
            <a:lvl6pPr algn="ctr">
              <a:defRPr sz="17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6pPr>
            <a:lvl7pPr algn="ctr">
              <a:defRPr sz="17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7pPr>
            <a:lvl8pPr algn="ctr">
              <a:defRPr sz="17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8pPr>
            <a:lvl9pPr algn="ctr">
              <a:defRPr sz="17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9pPr>
          </a:lstStyle>
          <a:p xmlns:a="http://schemas.openxmlformats.org/drawingml/2006/main">
            <a:pPr algn="ctr">
              <a:defRPr sz="17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7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rPr>
              <a:t>21 Oct</a:t>
            </a:r>
          </a:p>
        </p:txBody>
      </p:sp>
      <p:sp>
        <p:nvSpPr>
          <p:cNvPr id="7" name="Methodology">
            <a:extLst xmlns:a="http://schemas.openxmlformats.org/drawingml/2006/main">
              <a:ext uri="{FF2B5EF4-FFF2-40B4-BE49-F238E27FC236}">
                <a16:creationId xmlns:a16="http://schemas.microsoft.com/office/drawing/2014/main" id="{B5D75E26-4424-424C-858F-E28CE4FD33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972175"/>
            <a:ext cx="10572750" cy="600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165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defPPr>
            <a:lvl1pPr algn="l">
              <a:defRPr sz="165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1pPr>
            <a:lvl2pPr algn="l">
              <a:defRPr sz="165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2pPr>
            <a:lvl3pPr algn="l">
              <a:defRPr sz="165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3pPr>
            <a:lvl4pPr algn="l">
              <a:defRPr sz="165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4pPr>
            <a:lvl5pPr algn="l">
              <a:defRPr sz="165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5pPr>
            <a:lvl6pPr algn="l">
              <a:defRPr sz="165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6pPr>
            <a:lvl7pPr algn="l">
              <a:defRPr sz="165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7pPr>
            <a:lvl8pPr algn="l">
              <a:defRPr sz="165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8pPr>
            <a:lvl9pPr algn="l">
              <a:defRPr sz="165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9pPr>
          </a:lstStyle>
          <a:p xmlns:a="http://schemas.openxmlformats.org/drawingml/2006/main">
            <a:pPr algn="l">
              <a:defRPr sz="165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65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rPr>
              <a:t>65% fewer events: 7 Jul to 5 Aug vs 22 Sep to 21 Oct 2026. Both windows are 30 complete days.</a:t>
            </a:r>
          </a:p>
          <a:p xmlns:a="http://schemas.openxmlformats.org/drawingml/2006/main">
            <a:pPr algn="l">
              <a:defRPr sz="165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65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rPr>
              <a:t>All environments. Fixes, filters and sampling affect counts. No usage denominator.</a:t>
            </a:r>
          </a:p>
        </p:txBody>
      </p:sp>
      <p:sp>
        <p:nvSpPr>
          <p:cNvPr id="8" name="Slide number">
            <a:extLst xmlns:a="http://schemas.openxmlformats.org/drawingml/2006/main">
              <a:ext uri="{FF2B5EF4-FFF2-40B4-BE49-F238E27FC236}">
                <a16:creationId xmlns:a16="http://schemas.microsoft.com/office/drawing/2014/main" id="{1DD52830-2EF6-426B-AD0E-EE16F9AA8F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48425"/>
            <a:ext cx="523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defPPr>
            <a:lvl1pPr algn="l">
              <a:def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1pPr>
            <a:lvl2pPr algn="l">
              <a:def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2pPr>
            <a:lvl3pPr algn="l">
              <a:def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3pPr>
            <a:lvl4pPr algn="l">
              <a:def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4pPr>
            <a:lvl5pPr algn="l">
              <a:def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5pPr>
            <a:lvl6pPr algn="l">
              <a:def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6pPr>
            <a:lvl7pPr algn="l">
              <a:def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7pPr>
            <a:lvl8pPr algn="l">
              <a:def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8pPr>
            <a:lvl9pPr algn="l">
              <a:def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rPr>
              <a:t>25</a:t>
            </a:r>
          </a:p>
        </p:txBody>
      </p:sp>
    </p:spTree>
    <p:extLst>
      <p:ext uri="{BB962C8B-B14F-4D97-AF65-F5344CB8AC3E}">
        <p14:creationId xmlns:p14="http://schemas.microsoft.com/office/powerpoint/2010/main" val="1422730391"/>
      </p:ext>
    </p:extLst>
  </p:cSld>
</p:sld>
</file>

<file path=ppt/slides/slide26.xml><?xml version="1.0" encoding="utf-8"?>
<p:sld xmlns:p="http://schemas.openxmlformats.org/presentationml/2006/main">
  <p:cSld>
    <p:bg>
      <p:bgPr>
        <a:solidFill xmlns:a="http://schemas.openxmlformats.org/drawingml/2006/main">
          <a:srgbClr val="E7EC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Completed section 0">
            <a:extLst xmlns:a="http://schemas.openxmlformats.org/drawingml/2006/main">
              <a:ext uri="{FF2B5EF4-FFF2-40B4-BE49-F238E27FC236}">
                <a16:creationId xmlns:a16="http://schemas.microsoft.com/office/drawing/2014/main" id="{7DC8E525-3C87-44D4-91A0-CF002C8B1C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790575"/>
            <a:ext cx="9144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defRPr>
            </a:defPPr>
            <a:lvl1pPr algn="l">
              <a:def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defRPr>
            </a:lvl1pPr>
            <a:lvl2pPr algn="l">
              <a:def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defRPr>
            </a:lvl2pPr>
            <a:lvl3pPr algn="l">
              <a:def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defRPr>
            </a:lvl3pPr>
            <a:lvl4pPr algn="l">
              <a:def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defRPr>
            </a:lvl4pPr>
            <a:lvl5pPr algn="l">
              <a:def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defRPr>
            </a:lvl5pPr>
            <a:lvl6pPr algn="l">
              <a:def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defRPr>
            </a:lvl6pPr>
            <a:lvl7pPr algn="l">
              <a:def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defRPr>
            </a:lvl7pPr>
            <a:lvl8pPr algn="l">
              <a:def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defRPr>
            </a:lvl8pPr>
            <a:lvl9pPr algn="l">
              <a:def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defRPr>
            </a:lvl9pPr>
          </a:lstStyle>
          <a:p xmlns:a="http://schemas.openxmlformats.org/drawingml/2006/main">
            <a:pPr algn="l">
              <a:def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defRPr>
            </a:pPr>
            <a:r>
              <a: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rPr>
              <a:t>01  Skills</a:t>
            </a:r>
          </a:p>
        </p:txBody>
      </p:sp>
      <p:sp>
        <p:nvSpPr>
          <p:cNvPr id="2" name="Section description 0">
            <a:extLst xmlns:a="http://schemas.openxmlformats.org/drawingml/2006/main">
              <a:ext uri="{FF2B5EF4-FFF2-40B4-BE49-F238E27FC236}">
                <a16:creationId xmlns:a16="http://schemas.microsoft.com/office/drawing/2014/main" id="{BCC6CB70-A2BD-4BCA-93D2-ACD66D7F3A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38375" y="1190625"/>
            <a:ext cx="857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defPPr>
            <a:lvl1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1pPr>
            <a:lvl2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2pPr>
            <a:lvl3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3pPr>
            <a:lvl4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4pPr>
            <a:lvl5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5pPr>
            <a:lvl6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6pPr>
            <a:lvl7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7pPr>
            <a:lvl8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8pPr>
            <a:lvl9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9pPr>
          </a:lstStyle>
          <a:p xmlns:a="http://schemas.openxmlformats.org/drawingml/2006/main">
            <a: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rPr>
              <a:t>Make good engineering habits repeatable.</a:t>
            </a:r>
          </a:p>
        </p:txBody>
      </p:sp>
      <p:sp>
        <p:nvSpPr>
          <p:cNvPr id="3" name="Completed section 1">
            <a:extLst xmlns:a="http://schemas.openxmlformats.org/drawingml/2006/main">
              <a:ext uri="{FF2B5EF4-FFF2-40B4-BE49-F238E27FC236}">
                <a16:creationId xmlns:a16="http://schemas.microsoft.com/office/drawing/2014/main" id="{AB107391-3AD4-43E4-BD4C-77E45CBAB9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1552575"/>
            <a:ext cx="9144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defRPr>
            </a:defPPr>
            <a:lvl1pPr algn="l">
              <a:def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defRPr>
            </a:lvl1pPr>
            <a:lvl2pPr algn="l">
              <a:def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defRPr>
            </a:lvl2pPr>
            <a:lvl3pPr algn="l">
              <a:def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defRPr>
            </a:lvl3pPr>
            <a:lvl4pPr algn="l">
              <a:def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defRPr>
            </a:lvl4pPr>
            <a:lvl5pPr algn="l">
              <a:def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defRPr>
            </a:lvl5pPr>
            <a:lvl6pPr algn="l">
              <a:def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defRPr>
            </a:lvl6pPr>
            <a:lvl7pPr algn="l">
              <a:def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defRPr>
            </a:lvl7pPr>
            <a:lvl8pPr algn="l">
              <a:def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defRPr>
            </a:lvl8pPr>
            <a:lvl9pPr algn="l">
              <a:def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defRPr>
            </a:lvl9pPr>
          </a:lstStyle>
          <a:p xmlns:a="http://schemas.openxmlformats.org/drawingml/2006/main">
            <a:pPr algn="l">
              <a:def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defRPr>
            </a:pPr>
            <a:r>
              <a: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rPr>
              <a:t>02  Testing</a:t>
            </a:r>
          </a:p>
        </p:txBody>
      </p:sp>
      <p:sp>
        <p:nvSpPr>
          <p:cNvPr id="4" name="Section description 1">
            <a:extLst xmlns:a="http://schemas.openxmlformats.org/drawingml/2006/main">
              <a:ext uri="{FF2B5EF4-FFF2-40B4-BE49-F238E27FC236}">
                <a16:creationId xmlns:a16="http://schemas.microsoft.com/office/drawing/2014/main" id="{7E7B310C-403D-44D0-8710-3E044DD270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38375" y="1952625"/>
            <a:ext cx="857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defPPr>
            <a:lvl1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1pPr>
            <a:lvl2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2pPr>
            <a:lvl3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3pPr>
            <a:lvl4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4pPr>
            <a:lvl5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5pPr>
            <a:lvl6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6pPr>
            <a:lvl7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7pPr>
            <a:lvl8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8pPr>
            <a:lvl9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9pPr>
          </a:lstStyle>
          <a:p xmlns:a="http://schemas.openxmlformats.org/drawingml/2006/main">
            <a: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rPr>
              <a:t>Make each check protect real behaviour.</a:t>
            </a:r>
          </a:p>
        </p:txBody>
      </p:sp>
      <p:sp>
        <p:nvSpPr>
          <p:cNvPr id="5" name="Completed section 2">
            <a:extLst xmlns:a="http://schemas.openxmlformats.org/drawingml/2006/main">
              <a:ext uri="{FF2B5EF4-FFF2-40B4-BE49-F238E27FC236}">
                <a16:creationId xmlns:a16="http://schemas.microsoft.com/office/drawing/2014/main" id="{53F330DB-260E-477F-B9E3-3150939899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2314575"/>
            <a:ext cx="9144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defRPr>
            </a:defPPr>
            <a:lvl1pPr algn="l">
              <a:def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defRPr>
            </a:lvl1pPr>
            <a:lvl2pPr algn="l">
              <a:def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defRPr>
            </a:lvl2pPr>
            <a:lvl3pPr algn="l">
              <a:def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defRPr>
            </a:lvl3pPr>
            <a:lvl4pPr algn="l">
              <a:def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defRPr>
            </a:lvl4pPr>
            <a:lvl5pPr algn="l">
              <a:def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defRPr>
            </a:lvl5pPr>
            <a:lvl6pPr algn="l">
              <a:def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defRPr>
            </a:lvl6pPr>
            <a:lvl7pPr algn="l">
              <a:def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defRPr>
            </a:lvl7pPr>
            <a:lvl8pPr algn="l">
              <a:def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defRPr>
            </a:lvl8pPr>
            <a:lvl9pPr algn="l">
              <a:def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defRPr>
            </a:lvl9pPr>
          </a:lstStyle>
          <a:p xmlns:a="http://schemas.openxmlformats.org/drawingml/2006/main">
            <a:pPr algn="l">
              <a:def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defRPr>
            </a:pPr>
            <a:r>
              <a: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rPr>
              <a:t>03  CI</a:t>
            </a:r>
          </a:p>
        </p:txBody>
      </p:sp>
      <p:sp>
        <p:nvSpPr>
          <p:cNvPr id="6" name="Section description 2">
            <a:extLst xmlns:a="http://schemas.openxmlformats.org/drawingml/2006/main">
              <a:ext uri="{FF2B5EF4-FFF2-40B4-BE49-F238E27FC236}">
                <a16:creationId xmlns:a16="http://schemas.microsoft.com/office/drawing/2014/main" id="{01D1ECD8-2982-4334-BE85-F09A8F37C0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38375" y="2714625"/>
            <a:ext cx="857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defPPr>
            <a:lvl1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1pPr>
            <a:lvl2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2pPr>
            <a:lvl3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3pPr>
            <a:lvl4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4pPr>
            <a:lvl5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5pPr>
            <a:lvl6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6pPr>
            <a:lvl7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7pPr>
            <a:lvl8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8pPr>
            <a:lvl9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9pPr>
          </a:lstStyle>
          <a:p xmlns:a="http://schemas.openxmlformats.org/drawingml/2006/main">
            <a: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rPr>
              <a:t>Check every PR. Block the pipeline on failure.</a:t>
            </a:r>
          </a:p>
        </p:txBody>
      </p:sp>
      <p:sp>
        <p:nvSpPr>
          <p:cNvPr id="7" name="Completed section 3">
            <a:extLst xmlns:a="http://schemas.openxmlformats.org/drawingml/2006/main">
              <a:ext uri="{FF2B5EF4-FFF2-40B4-BE49-F238E27FC236}">
                <a16:creationId xmlns:a16="http://schemas.microsoft.com/office/drawing/2014/main" id="{18CF9F05-7796-48ED-A980-4905216B70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3076575"/>
            <a:ext cx="9144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defRPr>
            </a:defPPr>
            <a:lvl1pPr algn="l">
              <a:def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defRPr>
            </a:lvl1pPr>
            <a:lvl2pPr algn="l">
              <a:def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defRPr>
            </a:lvl2pPr>
            <a:lvl3pPr algn="l">
              <a:def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defRPr>
            </a:lvl3pPr>
            <a:lvl4pPr algn="l">
              <a:def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defRPr>
            </a:lvl4pPr>
            <a:lvl5pPr algn="l">
              <a:def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defRPr>
            </a:lvl5pPr>
            <a:lvl6pPr algn="l">
              <a:def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defRPr>
            </a:lvl6pPr>
            <a:lvl7pPr algn="l">
              <a:def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defRPr>
            </a:lvl7pPr>
            <a:lvl8pPr algn="l">
              <a:def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defRPr>
            </a:lvl8pPr>
            <a:lvl9pPr algn="l">
              <a:def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defRPr>
            </a:lvl9pPr>
          </a:lstStyle>
          <a:p xmlns:a="http://schemas.openxmlformats.org/drawingml/2006/main">
            <a:pPr algn="l">
              <a:def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defRPr>
            </a:pPr>
            <a:r>
              <a: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rPr>
              <a:t>04  Device verification</a:t>
            </a:r>
          </a:p>
        </p:txBody>
      </p:sp>
      <p:sp>
        <p:nvSpPr>
          <p:cNvPr id="8" name="Section description 3">
            <a:extLst xmlns:a="http://schemas.openxmlformats.org/drawingml/2006/main">
              <a:ext uri="{FF2B5EF4-FFF2-40B4-BE49-F238E27FC236}">
                <a16:creationId xmlns:a16="http://schemas.microsoft.com/office/drawing/2014/main" id="{5A52B556-0EC9-475A-B5BB-51A651291F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38375" y="3476625"/>
            <a:ext cx="857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defPPr>
            <a:lvl1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1pPr>
            <a:lvl2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2pPr>
            <a:lvl3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3pPr>
            <a:lvl4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4pPr>
            <a:lvl5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5pPr>
            <a:lvl6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6pPr>
            <a:lvl7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7pPr>
            <a:lvl8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8pPr>
            <a:lvl9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9pPr>
          </a:lstStyle>
          <a:p xmlns:a="http://schemas.openxmlformats.org/drawingml/2006/main">
            <a: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rPr>
              <a:t>Maestro checks on iOS and Android. Recorded results and failures.</a:t>
            </a:r>
          </a:p>
        </p:txBody>
      </p:sp>
      <p:sp>
        <p:nvSpPr>
          <p:cNvPr id="9" name="Completed section 4">
            <a:extLst xmlns:a="http://schemas.openxmlformats.org/drawingml/2006/main">
              <a:ext uri="{FF2B5EF4-FFF2-40B4-BE49-F238E27FC236}">
                <a16:creationId xmlns:a16="http://schemas.microsoft.com/office/drawing/2014/main" id="{157B0B98-D643-4877-B3D9-5A45FCF3DB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3838575"/>
            <a:ext cx="9144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defRPr>
            </a:defPPr>
            <a:lvl1pPr algn="l">
              <a:def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defRPr>
            </a:lvl1pPr>
            <a:lvl2pPr algn="l">
              <a:def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defRPr>
            </a:lvl2pPr>
            <a:lvl3pPr algn="l">
              <a:def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defRPr>
            </a:lvl3pPr>
            <a:lvl4pPr algn="l">
              <a:def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defRPr>
            </a:lvl4pPr>
            <a:lvl5pPr algn="l">
              <a:def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defRPr>
            </a:lvl5pPr>
            <a:lvl6pPr algn="l">
              <a:def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defRPr>
            </a:lvl6pPr>
            <a:lvl7pPr algn="l">
              <a:def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defRPr>
            </a:lvl7pPr>
            <a:lvl8pPr algn="l">
              <a:def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defRPr>
            </a:lvl8pPr>
            <a:lvl9pPr algn="l">
              <a:def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defRPr>
            </a:lvl9pPr>
          </a:lstStyle>
          <a:p xmlns:a="http://schemas.openxmlformats.org/drawingml/2006/main">
            <a:pPr algn="l">
              <a:def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defRPr>
            </a:pPr>
            <a:r>
              <a: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rPr>
              <a:t>05  AI reviewers</a:t>
            </a:r>
          </a:p>
        </p:txBody>
      </p:sp>
      <p:sp>
        <p:nvSpPr>
          <p:cNvPr id="10" name="Section description 4">
            <a:extLst xmlns:a="http://schemas.openxmlformats.org/drawingml/2006/main">
              <a:ext uri="{FF2B5EF4-FFF2-40B4-BE49-F238E27FC236}">
                <a16:creationId xmlns:a16="http://schemas.microsoft.com/office/drawing/2014/main" id="{109595A2-8A5F-413A-9208-3D3B644A6C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38375" y="4238625"/>
            <a:ext cx="857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defPPr>
            <a:lvl1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1pPr>
            <a:lvl2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2pPr>
            <a:lvl3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3pPr>
            <a:lvl4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4pPr>
            <a:lvl5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5pPr>
            <a:lvl6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6pPr>
            <a:lvl7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7pPr>
            <a:lvl8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8pPr>
            <a:lvl9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9pPr>
          </a:lstStyle>
          <a:p xmlns:a="http://schemas.openxmlformats.org/drawingml/2006/main">
            <a: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rPr>
              <a:t>Three reviewers on every PR. Shared mobile guidelines.</a:t>
            </a:r>
          </a:p>
        </p:txBody>
      </p:sp>
      <p:sp>
        <p:nvSpPr>
          <p:cNvPr id="11" name="Completed section 5">
            <a:extLst xmlns:a="http://schemas.openxmlformats.org/drawingml/2006/main">
              <a:ext uri="{FF2B5EF4-FFF2-40B4-BE49-F238E27FC236}">
                <a16:creationId xmlns:a16="http://schemas.microsoft.com/office/drawing/2014/main" id="{0C5E08F3-0DBE-48FA-A95F-0B6D278FA6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4600575"/>
            <a:ext cx="9144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defRPr>
            </a:defPPr>
            <a:lvl1pPr algn="l">
              <a:def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defRPr>
            </a:lvl1pPr>
            <a:lvl2pPr algn="l">
              <a:def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defRPr>
            </a:lvl2pPr>
            <a:lvl3pPr algn="l">
              <a:def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defRPr>
            </a:lvl3pPr>
            <a:lvl4pPr algn="l">
              <a:def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defRPr>
            </a:lvl4pPr>
            <a:lvl5pPr algn="l">
              <a:def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defRPr>
            </a:lvl5pPr>
            <a:lvl6pPr algn="l">
              <a:def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defRPr>
            </a:lvl6pPr>
            <a:lvl7pPr algn="l">
              <a:def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defRPr>
            </a:lvl7pPr>
            <a:lvl8pPr algn="l">
              <a:def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defRPr>
            </a:lvl8pPr>
            <a:lvl9pPr algn="l">
              <a:def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defRPr>
            </a:lvl9pPr>
          </a:lstStyle>
          <a:p xmlns:a="http://schemas.openxmlformats.org/drawingml/2006/main">
            <a:pPr algn="l">
              <a:def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defRPr>
            </a:pPr>
            <a:r>
              <a: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rPr>
              <a:t>06  Sentry</a:t>
            </a:r>
          </a:p>
        </p:txBody>
      </p:sp>
      <p:sp>
        <p:nvSpPr>
          <p:cNvPr id="12" name="Section description 5">
            <a:extLst xmlns:a="http://schemas.openxmlformats.org/drawingml/2006/main">
              <a:ext uri="{FF2B5EF4-FFF2-40B4-BE49-F238E27FC236}">
                <a16:creationId xmlns:a16="http://schemas.microsoft.com/office/drawing/2014/main" id="{53236331-05FA-4695-ACCC-0CE76CC35D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38375" y="5000625"/>
            <a:ext cx="857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defPPr>
            <a:lvl1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1pPr>
            <a:lvl2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2pPr>
            <a:lvl3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3pPr>
            <a:lvl4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4pPr>
            <a:lvl5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5pPr>
            <a:lvl6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6pPr>
            <a:lvl7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7pPr>
            <a:lvl8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8pPr>
            <a:lvl9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9pPr>
          </a:lstStyle>
          <a:p xmlns:a="http://schemas.openxmlformats.org/drawingml/2006/main">
            <a: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rPr>
              <a:t>Turn production issues into the next regression check.</a:t>
            </a:r>
          </a:p>
        </p:txBody>
      </p:sp>
      <p:sp>
        <p:nvSpPr>
          <p:cNvPr id="13" name="Active section">
            <a:extLst xmlns:a="http://schemas.openxmlformats.org/drawingml/2006/main">
              <a:ext uri="{FF2B5EF4-FFF2-40B4-BE49-F238E27FC236}">
                <a16:creationId xmlns:a16="http://schemas.microsoft.com/office/drawing/2014/main" id="{10992DA4-B837-423A-843B-44F6C3940A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5362575"/>
            <a:ext cx="9144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2550" b="1">
                <a:solidFill>
                  <a:srgbClr val="17243B"/>
                </a:solidFill>
                <a:latin typeface="Newsreader"/>
                <a:ea typeface="Newsreader"/>
                <a:cs typeface="Newsreader"/>
              </a:defRPr>
            </a:defPPr>
            <a:lvl1pPr algn="l">
              <a:defRPr sz="2550" b="1">
                <a:solidFill>
                  <a:srgbClr val="17243B"/>
                </a:solidFill>
                <a:latin typeface="Newsreader"/>
                <a:ea typeface="Newsreader"/>
                <a:cs typeface="Newsreader"/>
              </a:defRPr>
            </a:lvl1pPr>
            <a:lvl2pPr algn="l">
              <a:defRPr sz="2550" b="1">
                <a:solidFill>
                  <a:srgbClr val="17243B"/>
                </a:solidFill>
                <a:latin typeface="Newsreader"/>
                <a:ea typeface="Newsreader"/>
                <a:cs typeface="Newsreader"/>
              </a:defRPr>
            </a:lvl2pPr>
            <a:lvl3pPr algn="l">
              <a:defRPr sz="2550" b="1">
                <a:solidFill>
                  <a:srgbClr val="17243B"/>
                </a:solidFill>
                <a:latin typeface="Newsreader"/>
                <a:ea typeface="Newsreader"/>
                <a:cs typeface="Newsreader"/>
              </a:defRPr>
            </a:lvl3pPr>
            <a:lvl4pPr algn="l">
              <a:defRPr sz="2550" b="1">
                <a:solidFill>
                  <a:srgbClr val="17243B"/>
                </a:solidFill>
                <a:latin typeface="Newsreader"/>
                <a:ea typeface="Newsreader"/>
                <a:cs typeface="Newsreader"/>
              </a:defRPr>
            </a:lvl4pPr>
            <a:lvl5pPr algn="l">
              <a:defRPr sz="2550" b="1">
                <a:solidFill>
                  <a:srgbClr val="17243B"/>
                </a:solidFill>
                <a:latin typeface="Newsreader"/>
                <a:ea typeface="Newsreader"/>
                <a:cs typeface="Newsreader"/>
              </a:defRPr>
            </a:lvl5pPr>
            <a:lvl6pPr algn="l">
              <a:defRPr sz="2550" b="1">
                <a:solidFill>
                  <a:srgbClr val="17243B"/>
                </a:solidFill>
                <a:latin typeface="Newsreader"/>
                <a:ea typeface="Newsreader"/>
                <a:cs typeface="Newsreader"/>
              </a:defRPr>
            </a:lvl6pPr>
            <a:lvl7pPr algn="l">
              <a:defRPr sz="2550" b="1">
                <a:solidFill>
                  <a:srgbClr val="17243B"/>
                </a:solidFill>
                <a:latin typeface="Newsreader"/>
                <a:ea typeface="Newsreader"/>
                <a:cs typeface="Newsreader"/>
              </a:defRPr>
            </a:lvl7pPr>
            <a:lvl8pPr algn="l">
              <a:defRPr sz="2550" b="1">
                <a:solidFill>
                  <a:srgbClr val="17243B"/>
                </a:solidFill>
                <a:latin typeface="Newsreader"/>
                <a:ea typeface="Newsreader"/>
                <a:cs typeface="Newsreader"/>
              </a:defRPr>
            </a:lvl8pPr>
            <a:lvl9pPr algn="l">
              <a:defRPr sz="2550" b="1">
                <a:solidFill>
                  <a:srgbClr val="17243B"/>
                </a:solidFill>
                <a:latin typeface="Newsreader"/>
                <a:ea typeface="Newsreader"/>
                <a:cs typeface="Newsreader"/>
              </a:defRPr>
            </a:lvl9pPr>
          </a:lstStyle>
          <a:p xmlns:a="http://schemas.openxmlformats.org/drawingml/2006/main">
            <a:pPr algn="l">
              <a:defRPr sz="2550" b="1">
                <a:solidFill>
                  <a:srgbClr val="17243B"/>
                </a:solidFill>
                <a:latin typeface="Newsreader"/>
                <a:ea typeface="Newsreader"/>
                <a:cs typeface="Newsreader"/>
              </a:defRPr>
            </a:pPr>
            <a:r>
              <a:rPr sz="2550" b="1">
                <a:solidFill>
                  <a:srgbClr val="17243B"/>
                </a:solidFill>
                <a:latin typeface="Newsreader"/>
                <a:ea typeface="Newsreader"/>
                <a:cs typeface="Newsreader"/>
              </a:rPr>
              <a:t>07  Delivery</a:t>
            </a:r>
          </a:p>
        </p:txBody>
      </p:sp>
      <p:sp>
        <p:nvSpPr>
          <p:cNvPr id="14" name="Section description 6">
            <a:extLst xmlns:a="http://schemas.openxmlformats.org/drawingml/2006/main">
              <a:ext uri="{FF2B5EF4-FFF2-40B4-BE49-F238E27FC236}">
                <a16:creationId xmlns:a16="http://schemas.microsoft.com/office/drawing/2014/main" id="{8FFF7013-008E-4C44-BE91-541EDFE16D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38375" y="5762625"/>
            <a:ext cx="857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defPPr>
            <a:lvl1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1pPr>
            <a:lvl2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2pPr>
            <a:lvl3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3pPr>
            <a:lvl4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4pPr>
            <a:lvl5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5pPr>
            <a:lvl6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6pPr>
            <a:lvl7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7pPr>
            <a:lvl8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8pPr>
            <a:lvl9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9pPr>
          </a:lstStyle>
          <a:p xmlns:a="http://schemas.openxmlformats.org/drawingml/2006/main">
            <a: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rPr>
              <a:t>Ship small changes. Activate features separately.</a:t>
            </a:r>
          </a:p>
        </p:txBody>
      </p:sp>
      <p:sp>
        <p:nvSpPr>
          <p:cNvPr id="15" name="Slide number">
            <a:extLst xmlns:a="http://schemas.openxmlformats.org/drawingml/2006/main">
              <a:ext uri="{FF2B5EF4-FFF2-40B4-BE49-F238E27FC236}">
                <a16:creationId xmlns:a16="http://schemas.microsoft.com/office/drawing/2014/main" id="{1E138DD4-D920-4B7F-A50F-868C5C0F1D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48425"/>
            <a:ext cx="523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14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defPPr>
            <a:lvl1pPr algn="l">
              <a:defRPr sz="14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1pPr>
            <a:lvl2pPr algn="l">
              <a:defRPr sz="14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2pPr>
            <a:lvl3pPr algn="l">
              <a:defRPr sz="14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3pPr>
            <a:lvl4pPr algn="l">
              <a:defRPr sz="14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4pPr>
            <a:lvl5pPr algn="l">
              <a:defRPr sz="14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5pPr>
            <a:lvl6pPr algn="l">
              <a:defRPr sz="14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6pPr>
            <a:lvl7pPr algn="l">
              <a:defRPr sz="14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7pPr>
            <a:lvl8pPr algn="l">
              <a:defRPr sz="14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8pPr>
            <a:lvl9pPr algn="l">
              <a:defRPr sz="14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4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rPr>
              <a:t>26</a:t>
            </a:r>
          </a:p>
        </p:txBody>
      </p:sp>
    </p:spTree>
    <p:extLst>
      <p:ext uri="{BB962C8B-B14F-4D97-AF65-F5344CB8AC3E}">
        <p14:creationId xmlns:p14="http://schemas.microsoft.com/office/powerpoint/2010/main" val="589599895"/>
      </p:ext>
    </p:extLst>
  </p:cSld>
</p:sld>
</file>

<file path=ppt/slides/slide27.xml><?xml version="1.0" encoding="utf-8"?>
<p:sld xmlns:p="http://schemas.openxmlformats.org/presentationml/2006/main">
  <p:cSld>
    <p:bg>
      <p:bgPr>
        <a:solidFill xmlns:a="http://schemas.openxmlformats.org/drawingml/2006/main">
          <a:srgbClr val="F5F2E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Title">
            <a:extLst xmlns:a="http://schemas.openxmlformats.org/drawingml/2006/main">
              <a:ext uri="{FF2B5EF4-FFF2-40B4-BE49-F238E27FC236}">
                <a16:creationId xmlns:a16="http://schemas.microsoft.com/office/drawing/2014/main" id="{29379BD8-F4B9-462B-B888-8BD5FCAB88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19125"/>
            <a:ext cx="106680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4500" b="0">
                <a:solidFill>
                  <a:srgbClr val="15181B"/>
                </a:solidFill>
                <a:latin typeface="Newsreader"/>
                <a:ea typeface="Newsreader"/>
                <a:cs typeface="Newsreader"/>
              </a:defRPr>
            </a:defPPr>
            <a:lvl1pPr algn="l">
              <a:defRPr sz="4500" b="0">
                <a:solidFill>
                  <a:srgbClr val="15181B"/>
                </a:solidFill>
                <a:latin typeface="Newsreader"/>
                <a:ea typeface="Newsreader"/>
                <a:cs typeface="Newsreader"/>
              </a:defRPr>
            </a:lvl1pPr>
            <a:lvl2pPr algn="l">
              <a:defRPr sz="4500" b="0">
                <a:solidFill>
                  <a:srgbClr val="15181B"/>
                </a:solidFill>
                <a:latin typeface="Newsreader"/>
                <a:ea typeface="Newsreader"/>
                <a:cs typeface="Newsreader"/>
              </a:defRPr>
            </a:lvl2pPr>
            <a:lvl3pPr algn="l">
              <a:defRPr sz="4500" b="0">
                <a:solidFill>
                  <a:srgbClr val="15181B"/>
                </a:solidFill>
                <a:latin typeface="Newsreader"/>
                <a:ea typeface="Newsreader"/>
                <a:cs typeface="Newsreader"/>
              </a:defRPr>
            </a:lvl3pPr>
            <a:lvl4pPr algn="l">
              <a:defRPr sz="4500" b="0">
                <a:solidFill>
                  <a:srgbClr val="15181B"/>
                </a:solidFill>
                <a:latin typeface="Newsreader"/>
                <a:ea typeface="Newsreader"/>
                <a:cs typeface="Newsreader"/>
              </a:defRPr>
            </a:lvl4pPr>
            <a:lvl5pPr algn="l">
              <a:defRPr sz="4500" b="0">
                <a:solidFill>
                  <a:srgbClr val="15181B"/>
                </a:solidFill>
                <a:latin typeface="Newsreader"/>
                <a:ea typeface="Newsreader"/>
                <a:cs typeface="Newsreader"/>
              </a:defRPr>
            </a:lvl5pPr>
            <a:lvl6pPr algn="l">
              <a:defRPr sz="4500" b="0">
                <a:solidFill>
                  <a:srgbClr val="15181B"/>
                </a:solidFill>
                <a:latin typeface="Newsreader"/>
                <a:ea typeface="Newsreader"/>
                <a:cs typeface="Newsreader"/>
              </a:defRPr>
            </a:lvl6pPr>
            <a:lvl7pPr algn="l">
              <a:defRPr sz="4500" b="0">
                <a:solidFill>
                  <a:srgbClr val="15181B"/>
                </a:solidFill>
                <a:latin typeface="Newsreader"/>
                <a:ea typeface="Newsreader"/>
                <a:cs typeface="Newsreader"/>
              </a:defRPr>
            </a:lvl7pPr>
            <a:lvl8pPr algn="l">
              <a:defRPr sz="4500" b="0">
                <a:solidFill>
                  <a:srgbClr val="15181B"/>
                </a:solidFill>
                <a:latin typeface="Newsreader"/>
                <a:ea typeface="Newsreader"/>
                <a:cs typeface="Newsreader"/>
              </a:defRPr>
            </a:lvl8pPr>
            <a:lvl9pPr algn="l">
              <a:defRPr sz="4500" b="0">
                <a:solidFill>
                  <a:srgbClr val="15181B"/>
                </a:solidFill>
                <a:latin typeface="Newsreader"/>
                <a:ea typeface="Newsreader"/>
                <a:cs typeface="Newsreader"/>
              </a:defRPr>
            </a:lvl9pPr>
          </a:lstStyle>
          <a:p xmlns:a="http://schemas.openxmlformats.org/drawingml/2006/main">
            <a:pPr algn="l">
              <a:defRPr sz="4500" b="0">
                <a:solidFill>
                  <a:srgbClr val="15181B"/>
                </a:solidFill>
                <a:latin typeface="Newsreader"/>
                <a:ea typeface="Newsreader"/>
                <a:cs typeface="Newsreader"/>
              </a:defRPr>
            </a:pPr>
            <a:r>
              <a:rPr sz="4500" b="0">
                <a:solidFill>
                  <a:srgbClr val="15181B"/>
                </a:solidFill>
                <a:latin typeface="Newsreader"/>
                <a:ea typeface="Newsreader"/>
                <a:cs typeface="Newsreader"/>
              </a:rPr>
              <a:t>Canary builds and nightly betas</a:t>
            </a:r>
          </a:p>
        </p:txBody>
      </p:sp>
      <p:sp>
        <p:nvSpPr>
          <p:cNvPr id="2" name="text">
            <a:extLst xmlns:a="http://schemas.openxmlformats.org/drawingml/2006/main">
              <a:ext uri="{FF2B5EF4-FFF2-40B4-BE49-F238E27FC236}">
                <a16:creationId xmlns:a16="http://schemas.microsoft.com/office/drawing/2014/main" id="{E812E672-5032-4069-8AB4-AC39828E42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581150"/>
            <a:ext cx="10477500" cy="695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225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defPPr>
            <a:lvl1pPr algn="l">
              <a:defRPr sz="225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1pPr>
            <a:lvl2pPr algn="l">
              <a:defRPr sz="225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2pPr>
            <a:lvl3pPr algn="l">
              <a:defRPr sz="225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3pPr>
            <a:lvl4pPr algn="l">
              <a:defRPr sz="225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4pPr>
            <a:lvl5pPr algn="l">
              <a:defRPr sz="225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5pPr>
            <a:lvl6pPr algn="l">
              <a:defRPr sz="225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6pPr>
            <a:lvl7pPr algn="l">
              <a:defRPr sz="225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7pPr>
            <a:lvl8pPr algn="l">
              <a:defRPr sz="225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8pPr>
            <a:lvl9pPr algn="l">
              <a:defRPr sz="225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9pPr>
          </a:lstStyle>
          <a:p xmlns:a="http://schemas.openxmlformats.org/drawingml/2006/main">
            <a:pPr algn="l">
              <a:defRPr sz="225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25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rPr>
              <a:t>TestFlight for iOS. Test builds for Android.</a:t>
            </a:r>
          </a:p>
        </p:txBody>
      </p:sp>
      <p:sp>
        <p:nvSpPr>
          <p:cNvPr id="3" name="text">
            <a:extLst xmlns:a="http://schemas.openxmlformats.org/drawingml/2006/main">
              <a:ext uri="{FF2B5EF4-FFF2-40B4-BE49-F238E27FC236}">
                <a16:creationId xmlns:a16="http://schemas.microsoft.com/office/drawing/2014/main" id="{7599B867-D7AE-4E40-B549-B08ECF175D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566988"/>
            <a:ext cx="32004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defPPr>
            <a:lvl1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1pPr>
            <a:lvl2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2pPr>
            <a:lvl3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3pPr>
            <a:lvl4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4pPr>
            <a:lvl5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5pPr>
            <a:lvl6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6pPr>
            <a:lvl7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7pPr>
            <a:lvl8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8pPr>
            <a:lvl9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9pPr>
          </a:lstStyle>
          <a:p xmlns:a="http://schemas.openxmlformats.org/drawingml/2006/main">
            <a: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rPr>
              <a:t>After each merge</a:t>
            </a:r>
          </a:p>
        </p:txBody>
      </p:sp>
      <p:sp>
        <p:nvSpPr>
          <p:cNvPr id="4" name="text">
            <a:extLst xmlns:a="http://schemas.openxmlformats.org/drawingml/2006/main">
              <a:ext uri="{FF2B5EF4-FFF2-40B4-BE49-F238E27FC236}">
                <a16:creationId xmlns:a16="http://schemas.microsoft.com/office/drawing/2014/main" id="{B31F5A68-4BA8-495D-8678-7797FDC3AA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2566988"/>
            <a:ext cx="70485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defPPr>
            <a:lvl1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1pPr>
            <a:lvl2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2pPr>
            <a:lvl3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3pPr>
            <a:lvl4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4pPr>
            <a:lvl5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5pPr>
            <a:lvl6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6pPr>
            <a:lvl7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7pPr>
            <a:lvl8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8pPr>
            <a:lvl9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9pPr>
          </a:lstStyle>
          <a:p xmlns:a="http://schemas.openxmlformats.org/drawingml/2006/main">
            <a: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rPr>
              <a:t>A canary build to try the change.</a:t>
            </a:r>
          </a:p>
        </p:txBody>
      </p:sp>
      <p:sp>
        <p:nvSpPr>
          <p:cNvPr id="5" name="text">
            <a:extLst xmlns:a="http://schemas.openxmlformats.org/drawingml/2006/main">
              <a:ext uri="{FF2B5EF4-FFF2-40B4-BE49-F238E27FC236}">
                <a16:creationId xmlns:a16="http://schemas.microsoft.com/office/drawing/2014/main" id="{BD24E150-2970-4EB8-B4B0-73258C4418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481388"/>
            <a:ext cx="32004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defPPr>
            <a:lvl1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1pPr>
            <a:lvl2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2pPr>
            <a:lvl3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3pPr>
            <a:lvl4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4pPr>
            <a:lvl5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5pPr>
            <a:lvl6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6pPr>
            <a:lvl7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7pPr>
            <a:lvl8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8pPr>
            <a:lvl9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9pPr>
          </a:lstStyle>
          <a:p xmlns:a="http://schemas.openxmlformats.org/drawingml/2006/main">
            <a: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rPr>
              <a:t>Every night</a:t>
            </a:r>
          </a:p>
        </p:txBody>
      </p:sp>
      <p:sp>
        <p:nvSpPr>
          <p:cNvPr id="6" name="text">
            <a:extLst xmlns:a="http://schemas.openxmlformats.org/drawingml/2006/main">
              <a:ext uri="{FF2B5EF4-FFF2-40B4-BE49-F238E27FC236}">
                <a16:creationId xmlns:a16="http://schemas.microsoft.com/office/drawing/2014/main" id="{1E822A94-E874-45C0-B961-B1FC1D71B9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3481388"/>
            <a:ext cx="70485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defPPr>
            <a:lvl1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1pPr>
            <a:lvl2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2pPr>
            <a:lvl3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3pPr>
            <a:lvl4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4pPr>
            <a:lvl5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5pPr>
            <a:lvl6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6pPr>
            <a:lvl7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7pPr>
            <a:lvl8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8pPr>
            <a:lvl9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9pPr>
          </a:lstStyle>
          <a:p xmlns:a="http://schemas.openxmlformats.org/drawingml/2006/main">
            <a: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rPr>
              <a:t>An automated beta build for testing.</a:t>
            </a:r>
          </a:p>
        </p:txBody>
      </p:sp>
      <p:sp>
        <p:nvSpPr>
          <p:cNvPr id="7" name="text">
            <a:extLst xmlns:a="http://schemas.openxmlformats.org/drawingml/2006/main">
              <a:ext uri="{FF2B5EF4-FFF2-40B4-BE49-F238E27FC236}">
                <a16:creationId xmlns:a16="http://schemas.microsoft.com/office/drawing/2014/main" id="{E3B50441-DD60-484C-A9FA-2A83E93D5D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395788"/>
            <a:ext cx="32004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defPPr>
            <a:lvl1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1pPr>
            <a:lvl2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2pPr>
            <a:lvl3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3pPr>
            <a:lvl4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4pPr>
            <a:lvl5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5pPr>
            <a:lvl6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6pPr>
            <a:lvl7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7pPr>
            <a:lvl8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8pPr>
            <a:lvl9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9pPr>
          </a:lstStyle>
          <a:p xmlns:a="http://schemas.openxmlformats.org/drawingml/2006/main">
            <a: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rPr>
              <a:t>Side by side</a:t>
            </a:r>
          </a:p>
        </p:txBody>
      </p:sp>
      <p:sp>
        <p:nvSpPr>
          <p:cNvPr id="8" name="text">
            <a:extLst xmlns:a="http://schemas.openxmlformats.org/drawingml/2006/main">
              <a:ext uri="{FF2B5EF4-FFF2-40B4-BE49-F238E27FC236}">
                <a16:creationId xmlns:a16="http://schemas.microsoft.com/office/drawing/2014/main" id="{AD065E09-3D0E-4F44-B6A1-31143A1877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4395788"/>
            <a:ext cx="70485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defPPr>
            <a:lvl1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1pPr>
            <a:lvl2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2pPr>
            <a:lvl3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3pPr>
            <a:lvl4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4pPr>
            <a:lvl5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5pPr>
            <a:lvl6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6pPr>
            <a:lvl7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7pPr>
            <a:lvl8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8pPr>
            <a:lvl9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9pPr>
          </a:lstStyle>
          <a:p xmlns:a="http://schemas.openxmlformats.org/drawingml/2006/main">
            <a: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rPr>
              <a:t>Install canary beside the normal app. Compare before and after.</a:t>
            </a:r>
          </a:p>
        </p:txBody>
      </p:sp>
      <p:sp>
        <p:nvSpPr>
          <p:cNvPr id="9" name="text">
            <a:extLst xmlns:a="http://schemas.openxmlformats.org/drawingml/2006/main">
              <a:ext uri="{FF2B5EF4-FFF2-40B4-BE49-F238E27FC236}">
                <a16:creationId xmlns:a16="http://schemas.microsoft.com/office/drawing/2014/main" id="{ABCAA766-40A7-408F-82EF-1F195A96F3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310188"/>
            <a:ext cx="32004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defPPr>
            <a:lvl1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1pPr>
            <a:lvl2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2pPr>
            <a:lvl3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3pPr>
            <a:lvl4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4pPr>
            <a:lvl5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5pPr>
            <a:lvl6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6pPr>
            <a:lvl7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7pPr>
            <a:lvl8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8pPr>
            <a:lvl9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9pPr>
          </a:lstStyle>
          <a:p xmlns:a="http://schemas.openxmlformats.org/drawingml/2006/main">
            <a: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rPr>
              <a:t>Clear test instructions</a:t>
            </a:r>
          </a:p>
        </p:txBody>
      </p:sp>
      <p:sp>
        <p:nvSpPr>
          <p:cNvPr id="10" name="text">
            <a:extLst xmlns:a="http://schemas.openxmlformats.org/drawingml/2006/main">
              <a:ext uri="{FF2B5EF4-FFF2-40B4-BE49-F238E27FC236}">
                <a16:creationId xmlns:a16="http://schemas.microsoft.com/office/drawing/2014/main" id="{943A70F7-1BE3-4AC0-A4E8-6133B641F5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5310188"/>
            <a:ext cx="70485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defPPr>
            <a:lvl1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1pPr>
            <a:lvl2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2pPr>
            <a:lvl3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3pPr>
            <a:lvl4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4pPr>
            <a:lvl5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5pPr>
            <a:lvl6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6pPr>
            <a:lvl7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7pPr>
            <a:lvl8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8pPr>
            <a:lvl9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9pPr>
          </a:lstStyle>
          <a:p xmlns:a="http://schemas.openxmlformats.org/drawingml/2006/main">
            <a: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rPr>
              <a:t>Generated TestFlight notes explain what changed and what to test.</a:t>
            </a:r>
          </a:p>
        </p:txBody>
      </p:sp>
      <p:sp>
        <p:nvSpPr>
          <p:cNvPr id="11" name="Slide number">
            <a:extLst xmlns:a="http://schemas.openxmlformats.org/drawingml/2006/main">
              <a:ext uri="{FF2B5EF4-FFF2-40B4-BE49-F238E27FC236}">
                <a16:creationId xmlns:a16="http://schemas.microsoft.com/office/drawing/2014/main" id="{14174392-5EF3-48C4-BEF8-3755EDCFAD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48425"/>
            <a:ext cx="523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defPPr>
            <a:lvl1pPr algn="l">
              <a:def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1pPr>
            <a:lvl2pPr algn="l">
              <a:def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2pPr>
            <a:lvl3pPr algn="l">
              <a:def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3pPr>
            <a:lvl4pPr algn="l">
              <a:def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4pPr>
            <a:lvl5pPr algn="l">
              <a:def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5pPr>
            <a:lvl6pPr algn="l">
              <a:def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6pPr>
            <a:lvl7pPr algn="l">
              <a:def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7pPr>
            <a:lvl8pPr algn="l">
              <a:def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8pPr>
            <a:lvl9pPr algn="l">
              <a:def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rPr>
              <a:t>27</a:t>
            </a:r>
          </a:p>
        </p:txBody>
      </p:sp>
    </p:spTree>
    <p:extLst>
      <p:ext uri="{BB962C8B-B14F-4D97-AF65-F5344CB8AC3E}">
        <p14:creationId xmlns:p14="http://schemas.microsoft.com/office/powerpoint/2010/main" val="1867281968"/>
      </p:ext>
    </p:extLst>
  </p:cSld>
</p:sld>
</file>

<file path=ppt/slides/slide28.xml><?xml version="1.0" encoding="utf-8"?>
<p:sld xmlns:p="http://schemas.openxmlformats.org/presentationml/2006/main">
  <p:cSld>
    <p:bg>
      <p:bgPr>
        <a:solidFill xmlns:a="http://schemas.openxmlformats.org/drawingml/2006/main">
          <a:srgbClr val="F5F2E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Title">
            <a:extLst xmlns:a="http://schemas.openxmlformats.org/drawingml/2006/main">
              <a:ext uri="{FF2B5EF4-FFF2-40B4-BE49-F238E27FC236}">
                <a16:creationId xmlns:a16="http://schemas.microsoft.com/office/drawing/2014/main" id="{61685762-1B2C-404C-BD04-4355E68391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19125"/>
            <a:ext cx="106680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4500" b="0">
                <a:solidFill>
                  <a:srgbClr val="15181B"/>
                </a:solidFill>
                <a:latin typeface="Newsreader"/>
                <a:ea typeface="Newsreader"/>
                <a:cs typeface="Newsreader"/>
              </a:defRPr>
            </a:defPPr>
            <a:lvl1pPr algn="l">
              <a:defRPr sz="4500" b="0">
                <a:solidFill>
                  <a:srgbClr val="15181B"/>
                </a:solidFill>
                <a:latin typeface="Newsreader"/>
                <a:ea typeface="Newsreader"/>
                <a:cs typeface="Newsreader"/>
              </a:defRPr>
            </a:lvl1pPr>
            <a:lvl2pPr algn="l">
              <a:defRPr sz="4500" b="0">
                <a:solidFill>
                  <a:srgbClr val="15181B"/>
                </a:solidFill>
                <a:latin typeface="Newsreader"/>
                <a:ea typeface="Newsreader"/>
                <a:cs typeface="Newsreader"/>
              </a:defRPr>
            </a:lvl2pPr>
            <a:lvl3pPr algn="l">
              <a:defRPr sz="4500" b="0">
                <a:solidFill>
                  <a:srgbClr val="15181B"/>
                </a:solidFill>
                <a:latin typeface="Newsreader"/>
                <a:ea typeface="Newsreader"/>
                <a:cs typeface="Newsreader"/>
              </a:defRPr>
            </a:lvl3pPr>
            <a:lvl4pPr algn="l">
              <a:defRPr sz="4500" b="0">
                <a:solidFill>
                  <a:srgbClr val="15181B"/>
                </a:solidFill>
                <a:latin typeface="Newsreader"/>
                <a:ea typeface="Newsreader"/>
                <a:cs typeface="Newsreader"/>
              </a:defRPr>
            </a:lvl4pPr>
            <a:lvl5pPr algn="l">
              <a:defRPr sz="4500" b="0">
                <a:solidFill>
                  <a:srgbClr val="15181B"/>
                </a:solidFill>
                <a:latin typeface="Newsreader"/>
                <a:ea typeface="Newsreader"/>
                <a:cs typeface="Newsreader"/>
              </a:defRPr>
            </a:lvl5pPr>
            <a:lvl6pPr algn="l">
              <a:defRPr sz="4500" b="0">
                <a:solidFill>
                  <a:srgbClr val="15181B"/>
                </a:solidFill>
                <a:latin typeface="Newsreader"/>
                <a:ea typeface="Newsreader"/>
                <a:cs typeface="Newsreader"/>
              </a:defRPr>
            </a:lvl6pPr>
            <a:lvl7pPr algn="l">
              <a:defRPr sz="4500" b="0">
                <a:solidFill>
                  <a:srgbClr val="15181B"/>
                </a:solidFill>
                <a:latin typeface="Newsreader"/>
                <a:ea typeface="Newsreader"/>
                <a:cs typeface="Newsreader"/>
              </a:defRPr>
            </a:lvl7pPr>
            <a:lvl8pPr algn="l">
              <a:defRPr sz="4500" b="0">
                <a:solidFill>
                  <a:srgbClr val="15181B"/>
                </a:solidFill>
                <a:latin typeface="Newsreader"/>
                <a:ea typeface="Newsreader"/>
                <a:cs typeface="Newsreader"/>
              </a:defRPr>
            </a:lvl8pPr>
            <a:lvl9pPr algn="l">
              <a:defRPr sz="4500" b="0">
                <a:solidFill>
                  <a:srgbClr val="15181B"/>
                </a:solidFill>
                <a:latin typeface="Newsreader"/>
                <a:ea typeface="Newsreader"/>
                <a:cs typeface="Newsreader"/>
              </a:defRPr>
            </a:lvl9pPr>
          </a:lstStyle>
          <a:p xmlns:a="http://schemas.openxmlformats.org/drawingml/2006/main">
            <a:pPr algn="l">
              <a:defRPr sz="4500" b="0">
                <a:solidFill>
                  <a:srgbClr val="15181B"/>
                </a:solidFill>
                <a:latin typeface="Newsreader"/>
                <a:ea typeface="Newsreader"/>
                <a:cs typeface="Newsreader"/>
              </a:defRPr>
            </a:pPr>
            <a:r>
              <a:rPr sz="4500" b="0">
                <a:solidFill>
                  <a:srgbClr val="15181B"/>
                </a:solidFill>
                <a:latin typeface="Newsreader"/>
                <a:ea typeface="Newsreader"/>
                <a:cs typeface="Newsreader"/>
              </a:rPr>
              <a:t>Release the code. Approve the flag.</a:t>
            </a:r>
          </a:p>
        </p:txBody>
      </p:sp>
      <p:sp>
        <p:nvSpPr>
          <p:cNvPr id="2" name="text">
            <a:extLst xmlns:a="http://schemas.openxmlformats.org/drawingml/2006/main">
              <a:ext uri="{FF2B5EF4-FFF2-40B4-BE49-F238E27FC236}">
                <a16:creationId xmlns:a16="http://schemas.microsoft.com/office/drawing/2014/main" id="{1150D0E2-F365-4C82-B3D4-47B6892397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581150"/>
            <a:ext cx="10477500" cy="695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225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defPPr>
            <a:lvl1pPr algn="l">
              <a:defRPr sz="225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1pPr>
            <a:lvl2pPr algn="l">
              <a:defRPr sz="225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2pPr>
            <a:lvl3pPr algn="l">
              <a:defRPr sz="225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3pPr>
            <a:lvl4pPr algn="l">
              <a:defRPr sz="225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4pPr>
            <a:lvl5pPr algn="l">
              <a:defRPr sz="225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5pPr>
            <a:lvl6pPr algn="l">
              <a:defRPr sz="225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6pPr>
            <a:lvl7pPr algn="l">
              <a:defRPr sz="225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7pPr>
            <a:lvl8pPr algn="l">
              <a:defRPr sz="225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8pPr>
            <a:lvl9pPr algn="l">
              <a:defRPr sz="225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9pPr>
          </a:lstStyle>
          <a:p xmlns:a="http://schemas.openxmlformats.org/drawingml/2006/main">
            <a:pPr algn="l">
              <a:defRPr sz="225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25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rPr>
              <a:t>Small changes ship behind feature flags.</a:t>
            </a:r>
          </a:p>
        </p:txBody>
      </p:sp>
      <p:sp>
        <p:nvSpPr>
          <p:cNvPr id="3" name="text">
            <a:extLst xmlns:a="http://schemas.openxmlformats.org/drawingml/2006/main">
              <a:ext uri="{FF2B5EF4-FFF2-40B4-BE49-F238E27FC236}">
                <a16:creationId xmlns:a16="http://schemas.microsoft.com/office/drawing/2014/main" id="{4071D199-8C2D-4CE4-8152-FF17FD9558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76538"/>
            <a:ext cx="32004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defPPr>
            <a:lvl1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1pPr>
            <a:lvl2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2pPr>
            <a:lvl3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3pPr>
            <a:lvl4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4pPr>
            <a:lvl5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5pPr>
            <a:lvl6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6pPr>
            <a:lvl7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7pPr>
            <a:lvl8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8pPr>
            <a:lvl9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9pPr>
          </a:lstStyle>
          <a:p xmlns:a="http://schemas.openxmlformats.org/drawingml/2006/main">
            <a: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rPr>
              <a:t>Small increments</a:t>
            </a:r>
          </a:p>
        </p:txBody>
      </p:sp>
      <p:sp>
        <p:nvSpPr>
          <p:cNvPr id="4" name="text">
            <a:extLst xmlns:a="http://schemas.openxmlformats.org/drawingml/2006/main">
              <a:ext uri="{FF2B5EF4-FFF2-40B4-BE49-F238E27FC236}">
                <a16:creationId xmlns:a16="http://schemas.microsoft.com/office/drawing/2014/main" id="{3FE915E4-4588-41AB-A09B-F282EF00E5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2776538"/>
            <a:ext cx="7048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defPPr>
            <a:lvl1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1pPr>
            <a:lvl2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2pPr>
            <a:lvl3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3pPr>
            <a:lvl4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4pPr>
            <a:lvl5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5pPr>
            <a:lvl6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6pPr>
            <a:lvl7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7pPr>
            <a:lvl8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8pPr>
            <a:lvl9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9pPr>
          </a:lstStyle>
          <a:p xmlns:a="http://schemas.openxmlformats.org/drawingml/2006/main">
            <a: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rPr>
              <a:t>Keep unfinished features hidden behind a flag.</a:t>
            </a:r>
          </a:p>
        </p:txBody>
      </p:sp>
      <p:sp>
        <p:nvSpPr>
          <p:cNvPr id="5" name="text">
            <a:extLst xmlns:a="http://schemas.openxmlformats.org/drawingml/2006/main">
              <a:ext uri="{FF2B5EF4-FFF2-40B4-BE49-F238E27FC236}">
                <a16:creationId xmlns:a16="http://schemas.microsoft.com/office/drawing/2014/main" id="{FAA622CE-1B64-4638-88D4-EB8EC04EA6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881438"/>
            <a:ext cx="32004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defPPr>
            <a:lvl1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1pPr>
            <a:lvl2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2pPr>
            <a:lvl3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3pPr>
            <a:lvl4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4pPr>
            <a:lvl5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5pPr>
            <a:lvl6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6pPr>
            <a:lvl7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7pPr>
            <a:lvl8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8pPr>
            <a:lvl9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9pPr>
          </a:lstStyle>
          <a:p xmlns:a="http://schemas.openxmlformats.org/drawingml/2006/main">
            <a: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rPr>
              <a:t>Seamless releases</a:t>
            </a:r>
          </a:p>
        </p:txBody>
      </p:sp>
      <p:sp>
        <p:nvSpPr>
          <p:cNvPr id="6" name="text">
            <a:extLst xmlns:a="http://schemas.openxmlformats.org/drawingml/2006/main">
              <a:ext uri="{FF2B5EF4-FFF2-40B4-BE49-F238E27FC236}">
                <a16:creationId xmlns:a16="http://schemas.microsoft.com/office/drawing/2014/main" id="{7B056AFC-8A7F-4A33-A8D6-438A08E4D5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3881438"/>
            <a:ext cx="7048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defPPr>
            <a:lvl1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1pPr>
            <a:lvl2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2pPr>
            <a:lvl3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3pPr>
            <a:lvl4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4pPr>
            <a:lvl5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5pPr>
            <a:lvl6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6pPr>
            <a:lvl7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7pPr>
            <a:lvl8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8pPr>
            <a:lvl9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9pPr>
          </a:lstStyle>
          <a:p xmlns:a="http://schemas.openxmlformats.org/drawingml/2006/main">
            <a: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rPr>
              <a:t>Release verified code without the feature sign-off queue.</a:t>
            </a:r>
          </a:p>
        </p:txBody>
      </p:sp>
      <p:sp>
        <p:nvSpPr>
          <p:cNvPr id="7" name="text">
            <a:extLst xmlns:a="http://schemas.openxmlformats.org/drawingml/2006/main">
              <a:ext uri="{FF2B5EF4-FFF2-40B4-BE49-F238E27FC236}">
                <a16:creationId xmlns:a16="http://schemas.microsoft.com/office/drawing/2014/main" id="{F241F9B6-1F9D-4DDA-BE02-90FD245038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986338"/>
            <a:ext cx="32004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defPPr>
            <a:lvl1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1pPr>
            <a:lvl2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2pPr>
            <a:lvl3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3pPr>
            <a:lvl4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4pPr>
            <a:lvl5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5pPr>
            <a:lvl6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6pPr>
            <a:lvl7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7pPr>
            <a:lvl8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8pPr>
            <a:lvl9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9pPr>
          </a:lstStyle>
          <a:p xmlns:a="http://schemas.openxmlformats.org/drawingml/2006/main">
            <a: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rPr>
              <a:t>Focused approval</a:t>
            </a:r>
          </a:p>
        </p:txBody>
      </p:sp>
      <p:sp>
        <p:nvSpPr>
          <p:cNvPr id="8" name="text">
            <a:extLst xmlns:a="http://schemas.openxmlformats.org/drawingml/2006/main">
              <a:ext uri="{FF2B5EF4-FFF2-40B4-BE49-F238E27FC236}">
                <a16:creationId xmlns:a16="http://schemas.microsoft.com/office/drawing/2014/main" id="{7361B0D5-352E-4EDA-B428-E3E9A1EAB2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4986338"/>
            <a:ext cx="7048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defPPr>
            <a:lvl1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1pPr>
            <a:lvl2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2pPr>
            <a:lvl3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3pPr>
            <a:lvl4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4pPr>
            <a:lvl5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5pPr>
            <a:lvl6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6pPr>
            <a:lvl7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7pPr>
            <a:lvl8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8pPr>
            <a:lvl9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9pPr>
          </a:lstStyle>
          <a:p xmlns:a="http://schemas.openxmlformats.org/drawingml/2006/main">
            <a: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rPr>
              <a:t>Approve activating the feature when it is ready.</a:t>
            </a:r>
          </a:p>
        </p:txBody>
      </p:sp>
      <p:sp>
        <p:nvSpPr>
          <p:cNvPr id="9" name="Slide number">
            <a:extLst xmlns:a="http://schemas.openxmlformats.org/drawingml/2006/main">
              <a:ext uri="{FF2B5EF4-FFF2-40B4-BE49-F238E27FC236}">
                <a16:creationId xmlns:a16="http://schemas.microsoft.com/office/drawing/2014/main" id="{5251318D-1050-46FE-9487-80CBE5381D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48425"/>
            <a:ext cx="523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defPPr>
            <a:lvl1pPr algn="l">
              <a:def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1pPr>
            <a:lvl2pPr algn="l">
              <a:def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2pPr>
            <a:lvl3pPr algn="l">
              <a:def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3pPr>
            <a:lvl4pPr algn="l">
              <a:def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4pPr>
            <a:lvl5pPr algn="l">
              <a:def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5pPr>
            <a:lvl6pPr algn="l">
              <a:def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6pPr>
            <a:lvl7pPr algn="l">
              <a:def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7pPr>
            <a:lvl8pPr algn="l">
              <a:def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8pPr>
            <a:lvl9pPr algn="l">
              <a:def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rPr>
              <a:t>28</a:t>
            </a:r>
          </a:p>
        </p:txBody>
      </p:sp>
    </p:spTree>
    <p:extLst>
      <p:ext uri="{BB962C8B-B14F-4D97-AF65-F5344CB8AC3E}">
        <p14:creationId xmlns:p14="http://schemas.microsoft.com/office/powerpoint/2010/main" val="289136058"/>
      </p:ext>
    </p:extLst>
  </p:cSld>
</p:sld>
</file>

<file path=ppt/slides/slide29.xml><?xml version="1.0" encoding="utf-8"?>
<p:sld xmlns:p="http://schemas.openxmlformats.org/presentationml/2006/main">
  <p:cSld>
    <p:bg>
      <p:bgPr>
        <a:solidFill xmlns:a="http://schemas.openxmlformats.org/drawingml/2006/main">
          <a:srgbClr val="F5F2E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Title">
            <a:extLst xmlns:a="http://schemas.openxmlformats.org/drawingml/2006/main">
              <a:ext uri="{FF2B5EF4-FFF2-40B4-BE49-F238E27FC236}">
                <a16:creationId xmlns:a16="http://schemas.microsoft.com/office/drawing/2014/main" id="{A9DF7B50-F037-4BD2-8B07-9152CDC0F1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19125"/>
            <a:ext cx="106680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4500" b="0">
                <a:solidFill>
                  <a:srgbClr val="15181B"/>
                </a:solidFill>
                <a:latin typeface="Newsreader"/>
                <a:ea typeface="Newsreader"/>
                <a:cs typeface="Newsreader"/>
              </a:defRPr>
            </a:defPPr>
            <a:lvl1pPr algn="l">
              <a:defRPr sz="4500" b="0">
                <a:solidFill>
                  <a:srgbClr val="15181B"/>
                </a:solidFill>
                <a:latin typeface="Newsreader"/>
                <a:ea typeface="Newsreader"/>
                <a:cs typeface="Newsreader"/>
              </a:defRPr>
            </a:lvl1pPr>
            <a:lvl2pPr algn="l">
              <a:defRPr sz="4500" b="0">
                <a:solidFill>
                  <a:srgbClr val="15181B"/>
                </a:solidFill>
                <a:latin typeface="Newsreader"/>
                <a:ea typeface="Newsreader"/>
                <a:cs typeface="Newsreader"/>
              </a:defRPr>
            </a:lvl2pPr>
            <a:lvl3pPr algn="l">
              <a:defRPr sz="4500" b="0">
                <a:solidFill>
                  <a:srgbClr val="15181B"/>
                </a:solidFill>
                <a:latin typeface="Newsreader"/>
                <a:ea typeface="Newsreader"/>
                <a:cs typeface="Newsreader"/>
              </a:defRPr>
            </a:lvl3pPr>
            <a:lvl4pPr algn="l">
              <a:defRPr sz="4500" b="0">
                <a:solidFill>
                  <a:srgbClr val="15181B"/>
                </a:solidFill>
                <a:latin typeface="Newsreader"/>
                <a:ea typeface="Newsreader"/>
                <a:cs typeface="Newsreader"/>
              </a:defRPr>
            </a:lvl4pPr>
            <a:lvl5pPr algn="l">
              <a:defRPr sz="4500" b="0">
                <a:solidFill>
                  <a:srgbClr val="15181B"/>
                </a:solidFill>
                <a:latin typeface="Newsreader"/>
                <a:ea typeface="Newsreader"/>
                <a:cs typeface="Newsreader"/>
              </a:defRPr>
            </a:lvl5pPr>
            <a:lvl6pPr algn="l">
              <a:defRPr sz="4500" b="0">
                <a:solidFill>
                  <a:srgbClr val="15181B"/>
                </a:solidFill>
                <a:latin typeface="Newsreader"/>
                <a:ea typeface="Newsreader"/>
                <a:cs typeface="Newsreader"/>
              </a:defRPr>
            </a:lvl6pPr>
            <a:lvl7pPr algn="l">
              <a:defRPr sz="4500" b="0">
                <a:solidFill>
                  <a:srgbClr val="15181B"/>
                </a:solidFill>
                <a:latin typeface="Newsreader"/>
                <a:ea typeface="Newsreader"/>
                <a:cs typeface="Newsreader"/>
              </a:defRPr>
            </a:lvl7pPr>
            <a:lvl8pPr algn="l">
              <a:defRPr sz="4500" b="0">
                <a:solidFill>
                  <a:srgbClr val="15181B"/>
                </a:solidFill>
                <a:latin typeface="Newsreader"/>
                <a:ea typeface="Newsreader"/>
                <a:cs typeface="Newsreader"/>
              </a:defRPr>
            </a:lvl8pPr>
            <a:lvl9pPr algn="l">
              <a:defRPr sz="4500" b="0">
                <a:solidFill>
                  <a:srgbClr val="15181B"/>
                </a:solidFill>
                <a:latin typeface="Newsreader"/>
                <a:ea typeface="Newsreader"/>
                <a:cs typeface="Newsreader"/>
              </a:defRPr>
            </a:lvl9pPr>
          </a:lstStyle>
          <a:p xmlns:a="http://schemas.openxmlformats.org/drawingml/2006/main">
            <a:pPr algn="l">
              <a:defRPr sz="4500" b="0">
                <a:solidFill>
                  <a:srgbClr val="15181B"/>
                </a:solidFill>
                <a:latin typeface="Newsreader"/>
                <a:ea typeface="Newsreader"/>
                <a:cs typeface="Newsreader"/>
              </a:defRPr>
            </a:pPr>
            <a:r>
              <a:rPr sz="4500" b="0">
                <a:solidFill>
                  <a:srgbClr val="15181B"/>
                </a:solidFill>
                <a:latin typeface="Newsreader"/>
                <a:ea typeface="Newsreader"/>
                <a:cs typeface="Newsreader"/>
              </a:rPr>
              <a:t>The development rhythm changed</a:t>
            </a:r>
          </a:p>
        </p:txBody>
      </p:sp>
      <p:graphicFrame>
        <p:nvGraphicFramePr>
          <p:cNvPr id="2" name="Chart">
            <a:extLst xmlns:a="http://schemas.openxmlformats.org/drawingml/2006/main">
              <a:ext uri="{FF2B5EF4-FFF2-40B4-BE49-F238E27FC236}">
                <a16:creationId xmlns:a16="http://schemas.microsoft.com/office/drawing/2014/main" id="{27678820-6796-4A21-BBEE-9AE99AEF1366}"/>
              </a:ext>
            </a:extLst>
          </p:cNvPr>
          <p:cNvGraphicFramePr/>
          <p:nvPr/>
        </p:nvGraphicFramePr>
        <p:xfrm>
          <a:off xmlns:a="http://schemas.openxmlformats.org/drawingml/2006/main" x="723900" y="2381250"/>
          <a:ext xmlns:a="http://schemas.openxmlformats.org/drawingml/2006/main" cx="10744200" cy="31813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ea698750dd364b96"/>
          </a:graphicData>
        </a:graphic>
      </p:graphicFrame>
      <p:sp>
        <p:nvSpPr>
          <p:cNvPr id="3" name="April month marker">
            <a:extLst xmlns:a="http://schemas.openxmlformats.org/drawingml/2006/main">
              <a:ext uri="{FF2B5EF4-FFF2-40B4-BE49-F238E27FC236}">
                <a16:creationId xmlns:a16="http://schemas.microsoft.com/office/drawing/2014/main" id="{B5354756-87D6-41DE-8607-CE3825637D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6800" y="2381250"/>
            <a:ext cx="0" cy="28003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565F65"/>
            </a:solidFill>
            <a:prstDash val="dash"/>
          </a:ln>
        </p:spPr>
      </p:sp>
      <p:sp>
        <p:nvSpPr>
          <p:cNvPr id="4" name="April joining context">
            <a:extLst xmlns:a="http://schemas.openxmlformats.org/drawingml/2006/main">
              <a:ext uri="{FF2B5EF4-FFF2-40B4-BE49-F238E27FC236}">
                <a16:creationId xmlns:a16="http://schemas.microsoft.com/office/drawing/2014/main" id="{A282068D-9877-484E-8C60-C96015DC53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019300"/>
            <a:ext cx="4476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180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defPPr>
            <a:lvl1pPr algn="l">
              <a:defRPr sz="180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1pPr>
            <a:lvl2pPr algn="l">
              <a:defRPr sz="180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2pPr>
            <a:lvl3pPr algn="l">
              <a:defRPr sz="180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3pPr>
            <a:lvl4pPr algn="l">
              <a:defRPr sz="180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4pPr>
            <a:lvl5pPr algn="l">
              <a:defRPr sz="180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5pPr>
            <a:lvl6pPr algn="l">
              <a:defRPr sz="180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6pPr>
            <a:lvl7pPr algn="l">
              <a:defRPr sz="180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7pPr>
            <a:lvl8pPr algn="l">
              <a:defRPr sz="180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8pPr>
            <a:lvl9pPr algn="l">
              <a:defRPr sz="180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9pPr>
          </a:lstStyle>
          <a:p xmlns:a="http://schemas.openxmlformats.org/drawingml/2006/main">
            <a:pPr algn="l">
              <a:defRPr sz="180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80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rPr>
              <a:t>Joined in April 2026</a:t>
            </a:r>
          </a:p>
        </p:txBody>
      </p:sp>
      <p:sp>
        <p:nvSpPr>
          <p:cNvPr id="5" name="Methodology">
            <a:extLst xmlns:a="http://schemas.openxmlformats.org/drawingml/2006/main">
              <a:ext uri="{FF2B5EF4-FFF2-40B4-BE49-F238E27FC236}">
                <a16:creationId xmlns:a16="http://schemas.microsoft.com/office/drawing/2014/main" id="{ADD13772-7946-475A-9A4F-801102F55D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762625"/>
            <a:ext cx="10572750" cy="600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180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defPPr>
            <a:lvl1pPr algn="l">
              <a:defRPr sz="180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1pPr>
            <a:lvl2pPr algn="l">
              <a:defRPr sz="180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2pPr>
            <a:lvl3pPr algn="l">
              <a:defRPr sz="180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3pPr>
            <a:lvl4pPr algn="l">
              <a:defRPr sz="180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4pPr>
            <a:lvl5pPr algn="l">
              <a:defRPr sz="180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5pPr>
            <a:lvl6pPr algn="l">
              <a:defRPr sz="180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6pPr>
            <a:lvl7pPr algn="l">
              <a:defRPr sz="180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7pPr>
            <a:lvl8pPr algn="l">
              <a:defRPr sz="180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8pPr>
            <a:lvl9pPr algn="l">
              <a:defRPr sz="180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9pPr>
          </a:lstStyle>
          <a:p xmlns:a="http://schemas.openxmlformats.org/drawingml/2006/main">
            <a:pPr algn="l">
              <a:defRPr sz="180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80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rPr>
              <a:t>App and design-system PRs. October* covers 1 to 8 October only. Activity, not productivity.</a:t>
            </a:r>
          </a:p>
        </p:txBody>
      </p:sp>
      <p:sp>
        <p:nvSpPr>
          <p:cNvPr id="6" name="Slide number">
            <a:extLst xmlns:a="http://schemas.openxmlformats.org/drawingml/2006/main">
              <a:ext uri="{FF2B5EF4-FFF2-40B4-BE49-F238E27FC236}">
                <a16:creationId xmlns:a16="http://schemas.microsoft.com/office/drawing/2014/main" id="{57D52B7E-3CA5-4138-8474-A89C981C68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48425"/>
            <a:ext cx="523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defPPr>
            <a:lvl1pPr algn="l">
              <a:def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1pPr>
            <a:lvl2pPr algn="l">
              <a:def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2pPr>
            <a:lvl3pPr algn="l">
              <a:def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3pPr>
            <a:lvl4pPr algn="l">
              <a:def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4pPr>
            <a:lvl5pPr algn="l">
              <a:def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5pPr>
            <a:lvl6pPr algn="l">
              <a:def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6pPr>
            <a:lvl7pPr algn="l">
              <a:def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7pPr>
            <a:lvl8pPr algn="l">
              <a:def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8pPr>
            <a:lvl9pPr algn="l">
              <a:def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rPr>
              <a:t>29</a:t>
            </a:r>
          </a:p>
        </p:txBody>
      </p:sp>
    </p:spTree>
    <p:extLst>
      <p:ext uri="{BB962C8B-B14F-4D97-AF65-F5344CB8AC3E}">
        <p14:creationId xmlns:p14="http://schemas.microsoft.com/office/powerpoint/2010/main" val="173262568"/>
      </p:ext>
    </p:extLst>
  </p:cSld>
</p:sld>
</file>

<file path=ppt/slides/slide30.xml><?xml version="1.0" encoding="utf-8"?>
<p:sld xmlns:p="http://schemas.openxmlformats.org/presentationml/2006/main">
  <p:cSld>
    <p:bg>
      <p:bgPr>
        <a:solidFill xmlns:a="http://schemas.openxmlformats.org/drawingml/2006/main">
          <a:srgbClr val="E7EC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Title">
            <a:extLst xmlns:a="http://schemas.openxmlformats.org/drawingml/2006/main">
              <a:ext uri="{FF2B5EF4-FFF2-40B4-BE49-F238E27FC236}">
                <a16:creationId xmlns:a16="http://schemas.microsoft.com/office/drawing/2014/main" id="{1A977F9F-DE41-416A-9CBB-5CA59B2C01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19125"/>
            <a:ext cx="106680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4050" b="0">
                <a:solidFill>
                  <a:srgbClr val="17243B"/>
                </a:solidFill>
                <a:latin typeface="Newsreader"/>
                <a:ea typeface="Newsreader"/>
                <a:cs typeface="Newsreader"/>
              </a:defRPr>
            </a:defPPr>
            <a:lvl1pPr algn="l">
              <a:defRPr sz="4050" b="0">
                <a:solidFill>
                  <a:srgbClr val="17243B"/>
                </a:solidFill>
                <a:latin typeface="Newsreader"/>
                <a:ea typeface="Newsreader"/>
                <a:cs typeface="Newsreader"/>
              </a:defRPr>
            </a:lvl1pPr>
            <a:lvl2pPr algn="l">
              <a:defRPr sz="4050" b="0">
                <a:solidFill>
                  <a:srgbClr val="17243B"/>
                </a:solidFill>
                <a:latin typeface="Newsreader"/>
                <a:ea typeface="Newsreader"/>
                <a:cs typeface="Newsreader"/>
              </a:defRPr>
            </a:lvl2pPr>
            <a:lvl3pPr algn="l">
              <a:defRPr sz="4050" b="0">
                <a:solidFill>
                  <a:srgbClr val="17243B"/>
                </a:solidFill>
                <a:latin typeface="Newsreader"/>
                <a:ea typeface="Newsreader"/>
                <a:cs typeface="Newsreader"/>
              </a:defRPr>
            </a:lvl3pPr>
            <a:lvl4pPr algn="l">
              <a:defRPr sz="4050" b="0">
                <a:solidFill>
                  <a:srgbClr val="17243B"/>
                </a:solidFill>
                <a:latin typeface="Newsreader"/>
                <a:ea typeface="Newsreader"/>
                <a:cs typeface="Newsreader"/>
              </a:defRPr>
            </a:lvl4pPr>
            <a:lvl5pPr algn="l">
              <a:defRPr sz="4050" b="0">
                <a:solidFill>
                  <a:srgbClr val="17243B"/>
                </a:solidFill>
                <a:latin typeface="Newsreader"/>
                <a:ea typeface="Newsreader"/>
                <a:cs typeface="Newsreader"/>
              </a:defRPr>
            </a:lvl5pPr>
            <a:lvl6pPr algn="l">
              <a:defRPr sz="4050" b="0">
                <a:solidFill>
                  <a:srgbClr val="17243B"/>
                </a:solidFill>
                <a:latin typeface="Newsreader"/>
                <a:ea typeface="Newsreader"/>
                <a:cs typeface="Newsreader"/>
              </a:defRPr>
            </a:lvl6pPr>
            <a:lvl7pPr algn="l">
              <a:defRPr sz="4050" b="0">
                <a:solidFill>
                  <a:srgbClr val="17243B"/>
                </a:solidFill>
                <a:latin typeface="Newsreader"/>
                <a:ea typeface="Newsreader"/>
                <a:cs typeface="Newsreader"/>
              </a:defRPr>
            </a:lvl7pPr>
            <a:lvl8pPr algn="l">
              <a:defRPr sz="4050" b="0">
                <a:solidFill>
                  <a:srgbClr val="17243B"/>
                </a:solidFill>
                <a:latin typeface="Newsreader"/>
                <a:ea typeface="Newsreader"/>
                <a:cs typeface="Newsreader"/>
              </a:defRPr>
            </a:lvl8pPr>
            <a:lvl9pPr algn="l">
              <a:defRPr sz="4050" b="0">
                <a:solidFill>
                  <a:srgbClr val="17243B"/>
                </a:solidFill>
                <a:latin typeface="Newsreader"/>
                <a:ea typeface="Newsreader"/>
                <a:cs typeface="Newsreader"/>
              </a:defRPr>
            </a:lvl9pPr>
          </a:lstStyle>
          <a:p xmlns:a="http://schemas.openxmlformats.org/drawingml/2006/main">
            <a:pPr algn="l">
              <a:defRPr sz="4050" b="0">
                <a:solidFill>
                  <a:srgbClr val="17243B"/>
                </a:solidFill>
                <a:latin typeface="Newsreader"/>
                <a:ea typeface="Newsreader"/>
                <a:cs typeface="Newsreader"/>
              </a:defRPr>
            </a:pPr>
            <a:r>
              <a:rPr sz="4050" b="0">
                <a:solidFill>
                  <a:srgbClr val="17243B"/>
                </a:solidFill>
                <a:latin typeface="Newsreader"/>
                <a:ea typeface="Newsreader"/>
                <a:cs typeface="Newsreader"/>
              </a:rPr>
              <a:t>There’s another talk in what we left out</a:t>
            </a:r>
          </a:p>
        </p:txBody>
      </p:sp>
      <p:sp>
        <p:nvSpPr>
          <p:cNvPr id="2" name="text">
            <a:extLst xmlns:a="http://schemas.openxmlformats.org/drawingml/2006/main">
              <a:ext uri="{FF2B5EF4-FFF2-40B4-BE49-F238E27FC236}">
                <a16:creationId xmlns:a16="http://schemas.microsoft.com/office/drawing/2014/main" id="{E277A518-2B75-4CB8-A0F7-2DDF717E8F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581150"/>
            <a:ext cx="10477500" cy="695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2250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defPPr>
            <a:lvl1pPr algn="l">
              <a:defRPr sz="2250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1pPr>
            <a:lvl2pPr algn="l">
              <a:defRPr sz="2250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2pPr>
            <a:lvl3pPr algn="l">
              <a:defRPr sz="2250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3pPr>
            <a:lvl4pPr algn="l">
              <a:defRPr sz="2250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4pPr>
            <a:lvl5pPr algn="l">
              <a:defRPr sz="2250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5pPr>
            <a:lvl6pPr algn="l">
              <a:defRPr sz="2250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6pPr>
            <a:lvl7pPr algn="l">
              <a:defRPr sz="2250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7pPr>
            <a:lvl8pPr algn="l">
              <a:defRPr sz="2250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8pPr>
            <a:lvl9pPr algn="l">
              <a:defRPr sz="2250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9pPr>
          </a:lstStyle>
          <a:p xmlns:a="http://schemas.openxmlformats.org/drawingml/2006/main">
            <a:pPr algn="l">
              <a:defRPr sz="2250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250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rPr>
              <a:t>A few months of change across the team, codebase and business.</a:t>
            </a:r>
          </a:p>
        </p:txBody>
      </p:sp>
      <p:sp>
        <p:nvSpPr>
          <p:cNvPr id="3" name="text">
            <a:extLst xmlns:a="http://schemas.openxmlformats.org/drawingml/2006/main">
              <a:ext uri="{FF2B5EF4-FFF2-40B4-BE49-F238E27FC236}">
                <a16:creationId xmlns:a16="http://schemas.microsoft.com/office/drawing/2014/main" id="{C46BEDB2-97A4-4812-805D-D420FF9423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414588"/>
            <a:ext cx="32004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2100" b="1">
                <a:solidFill>
                  <a:srgbClr val="385782"/>
                </a:solidFill>
                <a:latin typeface="Satoshi Variable"/>
                <a:ea typeface="Satoshi Variable"/>
                <a:cs typeface="Satoshi Variable"/>
              </a:defRPr>
            </a:defPPr>
            <a:lvl1pPr algn="l">
              <a:defRPr sz="2100" b="1">
                <a:solidFill>
                  <a:srgbClr val="385782"/>
                </a:solidFill>
                <a:latin typeface="Satoshi Variable"/>
                <a:ea typeface="Satoshi Variable"/>
                <a:cs typeface="Satoshi Variable"/>
              </a:defRPr>
            </a:lvl1pPr>
            <a:lvl2pPr algn="l">
              <a:defRPr sz="2100" b="1">
                <a:solidFill>
                  <a:srgbClr val="385782"/>
                </a:solidFill>
                <a:latin typeface="Satoshi Variable"/>
                <a:ea typeface="Satoshi Variable"/>
                <a:cs typeface="Satoshi Variable"/>
              </a:defRPr>
            </a:lvl2pPr>
            <a:lvl3pPr algn="l">
              <a:defRPr sz="2100" b="1">
                <a:solidFill>
                  <a:srgbClr val="385782"/>
                </a:solidFill>
                <a:latin typeface="Satoshi Variable"/>
                <a:ea typeface="Satoshi Variable"/>
                <a:cs typeface="Satoshi Variable"/>
              </a:defRPr>
            </a:lvl3pPr>
            <a:lvl4pPr algn="l">
              <a:defRPr sz="2100" b="1">
                <a:solidFill>
                  <a:srgbClr val="385782"/>
                </a:solidFill>
                <a:latin typeface="Satoshi Variable"/>
                <a:ea typeface="Satoshi Variable"/>
                <a:cs typeface="Satoshi Variable"/>
              </a:defRPr>
            </a:lvl4pPr>
            <a:lvl5pPr algn="l">
              <a:defRPr sz="2100" b="1">
                <a:solidFill>
                  <a:srgbClr val="385782"/>
                </a:solidFill>
                <a:latin typeface="Satoshi Variable"/>
                <a:ea typeface="Satoshi Variable"/>
                <a:cs typeface="Satoshi Variable"/>
              </a:defRPr>
            </a:lvl5pPr>
            <a:lvl6pPr algn="l">
              <a:defRPr sz="2100" b="1">
                <a:solidFill>
                  <a:srgbClr val="385782"/>
                </a:solidFill>
                <a:latin typeface="Satoshi Variable"/>
                <a:ea typeface="Satoshi Variable"/>
                <a:cs typeface="Satoshi Variable"/>
              </a:defRPr>
            </a:lvl6pPr>
            <a:lvl7pPr algn="l">
              <a:defRPr sz="2100" b="1">
                <a:solidFill>
                  <a:srgbClr val="385782"/>
                </a:solidFill>
                <a:latin typeface="Satoshi Variable"/>
                <a:ea typeface="Satoshi Variable"/>
                <a:cs typeface="Satoshi Variable"/>
              </a:defRPr>
            </a:lvl7pPr>
            <a:lvl8pPr algn="l">
              <a:defRPr sz="2100" b="1">
                <a:solidFill>
                  <a:srgbClr val="385782"/>
                </a:solidFill>
                <a:latin typeface="Satoshi Variable"/>
                <a:ea typeface="Satoshi Variable"/>
                <a:cs typeface="Satoshi Variable"/>
              </a:defRPr>
            </a:lvl8pPr>
            <a:lvl9pPr algn="l">
              <a:defRPr sz="2100" b="1">
                <a:solidFill>
                  <a:srgbClr val="385782"/>
                </a:solidFill>
                <a:latin typeface="Satoshi Variable"/>
                <a:ea typeface="Satoshi Variable"/>
                <a:cs typeface="Satoshi Variable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385782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100" b="1">
                <a:solidFill>
                  <a:srgbClr val="385782"/>
                </a:solidFill>
                <a:latin typeface="Satoshi Variable"/>
                <a:ea typeface="Satoshi Variable"/>
                <a:cs typeface="Satoshi Variable"/>
              </a:rPr>
              <a:t>Design system</a:t>
            </a:r>
          </a:p>
        </p:txBody>
      </p:sp>
      <p:sp>
        <p:nvSpPr>
          <p:cNvPr id="4" name="text">
            <a:extLst xmlns:a="http://schemas.openxmlformats.org/drawingml/2006/main">
              <a:ext uri="{FF2B5EF4-FFF2-40B4-BE49-F238E27FC236}">
                <a16:creationId xmlns:a16="http://schemas.microsoft.com/office/drawing/2014/main" id="{24C96C0E-9CF9-45DE-ACBE-AC461BDF91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2414588"/>
            <a:ext cx="7048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2100" b="0">
                <a:solidFill>
                  <a:srgbClr val="17243B"/>
                </a:solidFill>
                <a:latin typeface="Satoshi Variable"/>
                <a:ea typeface="Satoshi Variable"/>
                <a:cs typeface="Satoshi Variable"/>
              </a:defRPr>
            </a:defPPr>
            <a:lvl1pPr algn="l">
              <a:defRPr sz="2100" b="0">
                <a:solidFill>
                  <a:srgbClr val="17243B"/>
                </a:solidFill>
                <a:latin typeface="Satoshi Variable"/>
                <a:ea typeface="Satoshi Variable"/>
                <a:cs typeface="Satoshi Variable"/>
              </a:defRPr>
            </a:lvl1pPr>
            <a:lvl2pPr algn="l">
              <a:defRPr sz="2100" b="0">
                <a:solidFill>
                  <a:srgbClr val="17243B"/>
                </a:solidFill>
                <a:latin typeface="Satoshi Variable"/>
                <a:ea typeface="Satoshi Variable"/>
                <a:cs typeface="Satoshi Variable"/>
              </a:defRPr>
            </a:lvl2pPr>
            <a:lvl3pPr algn="l">
              <a:defRPr sz="2100" b="0">
                <a:solidFill>
                  <a:srgbClr val="17243B"/>
                </a:solidFill>
                <a:latin typeface="Satoshi Variable"/>
                <a:ea typeface="Satoshi Variable"/>
                <a:cs typeface="Satoshi Variable"/>
              </a:defRPr>
            </a:lvl3pPr>
            <a:lvl4pPr algn="l">
              <a:defRPr sz="2100" b="0">
                <a:solidFill>
                  <a:srgbClr val="17243B"/>
                </a:solidFill>
                <a:latin typeface="Satoshi Variable"/>
                <a:ea typeface="Satoshi Variable"/>
                <a:cs typeface="Satoshi Variable"/>
              </a:defRPr>
            </a:lvl4pPr>
            <a:lvl5pPr algn="l">
              <a:defRPr sz="2100" b="0">
                <a:solidFill>
                  <a:srgbClr val="17243B"/>
                </a:solidFill>
                <a:latin typeface="Satoshi Variable"/>
                <a:ea typeface="Satoshi Variable"/>
                <a:cs typeface="Satoshi Variable"/>
              </a:defRPr>
            </a:lvl5pPr>
            <a:lvl6pPr algn="l">
              <a:defRPr sz="2100" b="0">
                <a:solidFill>
                  <a:srgbClr val="17243B"/>
                </a:solidFill>
                <a:latin typeface="Satoshi Variable"/>
                <a:ea typeface="Satoshi Variable"/>
                <a:cs typeface="Satoshi Variable"/>
              </a:defRPr>
            </a:lvl6pPr>
            <a:lvl7pPr algn="l">
              <a:defRPr sz="2100" b="0">
                <a:solidFill>
                  <a:srgbClr val="17243B"/>
                </a:solidFill>
                <a:latin typeface="Satoshi Variable"/>
                <a:ea typeface="Satoshi Variable"/>
                <a:cs typeface="Satoshi Variable"/>
              </a:defRPr>
            </a:lvl7pPr>
            <a:lvl8pPr algn="l">
              <a:defRPr sz="2100" b="0">
                <a:solidFill>
                  <a:srgbClr val="17243B"/>
                </a:solidFill>
                <a:latin typeface="Satoshi Variable"/>
                <a:ea typeface="Satoshi Variable"/>
                <a:cs typeface="Satoshi Variable"/>
              </a:defRPr>
            </a:lvl8pPr>
            <a:lvl9pPr algn="l">
              <a:defRPr sz="2100" b="0">
                <a:solidFill>
                  <a:srgbClr val="17243B"/>
                </a:solidFill>
                <a:latin typeface="Satoshi Variable"/>
                <a:ea typeface="Satoshi Variable"/>
                <a:cs typeface="Satoshi Variable"/>
              </a:defRPr>
            </a:lvl9pPr>
          </a:lstStyle>
          <a:p xmlns:a="http://schemas.openxmlformats.org/drawingml/2006/main">
            <a:pPr algn="l">
              <a:defRPr sz="2100" b="0">
                <a:solidFill>
                  <a:srgbClr val="17243B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100" b="0">
                <a:solidFill>
                  <a:srgbClr val="17243B"/>
                </a:solidFill>
                <a:latin typeface="Satoshi Variable"/>
                <a:ea typeface="Satoshi Variable"/>
                <a:cs typeface="Satoshi Variable"/>
              </a:rPr>
              <a:t>A shared UI language and a consistent quality bar.</a:t>
            </a:r>
          </a:p>
        </p:txBody>
      </p:sp>
      <p:sp>
        <p:nvSpPr>
          <p:cNvPr id="5" name="text">
            <a:extLst xmlns:a="http://schemas.openxmlformats.org/drawingml/2006/main">
              <a:ext uri="{FF2B5EF4-FFF2-40B4-BE49-F238E27FC236}">
                <a16:creationId xmlns:a16="http://schemas.microsoft.com/office/drawing/2014/main" id="{FD2AB64E-6923-4CCE-8517-A5C77C6DB2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062288"/>
            <a:ext cx="32004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2100" b="1">
                <a:solidFill>
                  <a:srgbClr val="385782"/>
                </a:solidFill>
                <a:latin typeface="Satoshi Variable"/>
                <a:ea typeface="Satoshi Variable"/>
                <a:cs typeface="Satoshi Variable"/>
              </a:defRPr>
            </a:defPPr>
            <a:lvl1pPr algn="l">
              <a:defRPr sz="2100" b="1">
                <a:solidFill>
                  <a:srgbClr val="385782"/>
                </a:solidFill>
                <a:latin typeface="Satoshi Variable"/>
                <a:ea typeface="Satoshi Variable"/>
                <a:cs typeface="Satoshi Variable"/>
              </a:defRPr>
            </a:lvl1pPr>
            <a:lvl2pPr algn="l">
              <a:defRPr sz="2100" b="1">
                <a:solidFill>
                  <a:srgbClr val="385782"/>
                </a:solidFill>
                <a:latin typeface="Satoshi Variable"/>
                <a:ea typeface="Satoshi Variable"/>
                <a:cs typeface="Satoshi Variable"/>
              </a:defRPr>
            </a:lvl2pPr>
            <a:lvl3pPr algn="l">
              <a:defRPr sz="2100" b="1">
                <a:solidFill>
                  <a:srgbClr val="385782"/>
                </a:solidFill>
                <a:latin typeface="Satoshi Variable"/>
                <a:ea typeface="Satoshi Variable"/>
                <a:cs typeface="Satoshi Variable"/>
              </a:defRPr>
            </a:lvl3pPr>
            <a:lvl4pPr algn="l">
              <a:defRPr sz="2100" b="1">
                <a:solidFill>
                  <a:srgbClr val="385782"/>
                </a:solidFill>
                <a:latin typeface="Satoshi Variable"/>
                <a:ea typeface="Satoshi Variable"/>
                <a:cs typeface="Satoshi Variable"/>
              </a:defRPr>
            </a:lvl4pPr>
            <a:lvl5pPr algn="l">
              <a:defRPr sz="2100" b="1">
                <a:solidFill>
                  <a:srgbClr val="385782"/>
                </a:solidFill>
                <a:latin typeface="Satoshi Variable"/>
                <a:ea typeface="Satoshi Variable"/>
                <a:cs typeface="Satoshi Variable"/>
              </a:defRPr>
            </a:lvl5pPr>
            <a:lvl6pPr algn="l">
              <a:defRPr sz="2100" b="1">
                <a:solidFill>
                  <a:srgbClr val="385782"/>
                </a:solidFill>
                <a:latin typeface="Satoshi Variable"/>
                <a:ea typeface="Satoshi Variable"/>
                <a:cs typeface="Satoshi Variable"/>
              </a:defRPr>
            </a:lvl6pPr>
            <a:lvl7pPr algn="l">
              <a:defRPr sz="2100" b="1">
                <a:solidFill>
                  <a:srgbClr val="385782"/>
                </a:solidFill>
                <a:latin typeface="Satoshi Variable"/>
                <a:ea typeface="Satoshi Variable"/>
                <a:cs typeface="Satoshi Variable"/>
              </a:defRPr>
            </a:lvl7pPr>
            <a:lvl8pPr algn="l">
              <a:defRPr sz="2100" b="1">
                <a:solidFill>
                  <a:srgbClr val="385782"/>
                </a:solidFill>
                <a:latin typeface="Satoshi Variable"/>
                <a:ea typeface="Satoshi Variable"/>
                <a:cs typeface="Satoshi Variable"/>
              </a:defRPr>
            </a:lvl8pPr>
            <a:lvl9pPr algn="l">
              <a:defRPr sz="2100" b="1">
                <a:solidFill>
                  <a:srgbClr val="385782"/>
                </a:solidFill>
                <a:latin typeface="Satoshi Variable"/>
                <a:ea typeface="Satoshi Variable"/>
                <a:cs typeface="Satoshi Variable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385782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100" b="1">
                <a:solidFill>
                  <a:srgbClr val="385782"/>
                </a:solidFill>
                <a:latin typeface="Satoshi Variable"/>
                <a:ea typeface="Satoshi Variable"/>
                <a:cs typeface="Satoshi Variable"/>
              </a:rPr>
              <a:t>Monorepo</a:t>
            </a:r>
          </a:p>
        </p:txBody>
      </p:sp>
      <p:sp>
        <p:nvSpPr>
          <p:cNvPr id="6" name="text">
            <a:extLst xmlns:a="http://schemas.openxmlformats.org/drawingml/2006/main">
              <a:ext uri="{FF2B5EF4-FFF2-40B4-BE49-F238E27FC236}">
                <a16:creationId xmlns:a16="http://schemas.microsoft.com/office/drawing/2014/main" id="{FA7E6CCC-50C7-420E-B53C-04B3D7720E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3062288"/>
            <a:ext cx="7048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2100" b="0">
                <a:solidFill>
                  <a:srgbClr val="17243B"/>
                </a:solidFill>
                <a:latin typeface="Satoshi Variable"/>
                <a:ea typeface="Satoshi Variable"/>
                <a:cs typeface="Satoshi Variable"/>
              </a:defRPr>
            </a:defPPr>
            <a:lvl1pPr algn="l">
              <a:defRPr sz="2100" b="0">
                <a:solidFill>
                  <a:srgbClr val="17243B"/>
                </a:solidFill>
                <a:latin typeface="Satoshi Variable"/>
                <a:ea typeface="Satoshi Variable"/>
                <a:cs typeface="Satoshi Variable"/>
              </a:defRPr>
            </a:lvl1pPr>
            <a:lvl2pPr algn="l">
              <a:defRPr sz="2100" b="0">
                <a:solidFill>
                  <a:srgbClr val="17243B"/>
                </a:solidFill>
                <a:latin typeface="Satoshi Variable"/>
                <a:ea typeface="Satoshi Variable"/>
                <a:cs typeface="Satoshi Variable"/>
              </a:defRPr>
            </a:lvl2pPr>
            <a:lvl3pPr algn="l">
              <a:defRPr sz="2100" b="0">
                <a:solidFill>
                  <a:srgbClr val="17243B"/>
                </a:solidFill>
                <a:latin typeface="Satoshi Variable"/>
                <a:ea typeface="Satoshi Variable"/>
                <a:cs typeface="Satoshi Variable"/>
              </a:defRPr>
            </a:lvl3pPr>
            <a:lvl4pPr algn="l">
              <a:defRPr sz="2100" b="0">
                <a:solidFill>
                  <a:srgbClr val="17243B"/>
                </a:solidFill>
                <a:latin typeface="Satoshi Variable"/>
                <a:ea typeface="Satoshi Variable"/>
                <a:cs typeface="Satoshi Variable"/>
              </a:defRPr>
            </a:lvl4pPr>
            <a:lvl5pPr algn="l">
              <a:defRPr sz="2100" b="0">
                <a:solidFill>
                  <a:srgbClr val="17243B"/>
                </a:solidFill>
                <a:latin typeface="Satoshi Variable"/>
                <a:ea typeface="Satoshi Variable"/>
                <a:cs typeface="Satoshi Variable"/>
              </a:defRPr>
            </a:lvl5pPr>
            <a:lvl6pPr algn="l">
              <a:defRPr sz="2100" b="0">
                <a:solidFill>
                  <a:srgbClr val="17243B"/>
                </a:solidFill>
                <a:latin typeface="Satoshi Variable"/>
                <a:ea typeface="Satoshi Variable"/>
                <a:cs typeface="Satoshi Variable"/>
              </a:defRPr>
            </a:lvl6pPr>
            <a:lvl7pPr algn="l">
              <a:defRPr sz="2100" b="0">
                <a:solidFill>
                  <a:srgbClr val="17243B"/>
                </a:solidFill>
                <a:latin typeface="Satoshi Variable"/>
                <a:ea typeface="Satoshi Variable"/>
                <a:cs typeface="Satoshi Variable"/>
              </a:defRPr>
            </a:lvl7pPr>
            <a:lvl8pPr algn="l">
              <a:defRPr sz="2100" b="0">
                <a:solidFill>
                  <a:srgbClr val="17243B"/>
                </a:solidFill>
                <a:latin typeface="Satoshi Variable"/>
                <a:ea typeface="Satoshi Variable"/>
                <a:cs typeface="Satoshi Variable"/>
              </a:defRPr>
            </a:lvl8pPr>
            <a:lvl9pPr algn="l">
              <a:defRPr sz="2100" b="0">
                <a:solidFill>
                  <a:srgbClr val="17243B"/>
                </a:solidFill>
                <a:latin typeface="Satoshi Variable"/>
                <a:ea typeface="Satoshi Variable"/>
                <a:cs typeface="Satoshi Variable"/>
              </a:defRPr>
            </a:lvl9pPr>
          </a:lstStyle>
          <a:p xmlns:a="http://schemas.openxmlformats.org/drawingml/2006/main">
            <a:pPr algn="l">
              <a:defRPr sz="2100" b="0">
                <a:solidFill>
                  <a:srgbClr val="17243B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100" b="0">
                <a:solidFill>
                  <a:srgbClr val="17243B"/>
                </a:solidFill>
                <a:latin typeface="Satoshi Variable"/>
                <a:ea typeface="Satoshi Variable"/>
                <a:cs typeface="Satoshi Variable"/>
              </a:rPr>
              <a:t>Shared code and coordinated changes.</a:t>
            </a:r>
          </a:p>
        </p:txBody>
      </p:sp>
      <p:sp>
        <p:nvSpPr>
          <p:cNvPr id="7" name="text">
            <a:extLst xmlns:a="http://schemas.openxmlformats.org/drawingml/2006/main">
              <a:ext uri="{FF2B5EF4-FFF2-40B4-BE49-F238E27FC236}">
                <a16:creationId xmlns:a16="http://schemas.microsoft.com/office/drawing/2014/main" id="{A444B53C-D1B6-471E-9C81-D2A87247BE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709988"/>
            <a:ext cx="32004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2100" b="1">
                <a:solidFill>
                  <a:srgbClr val="385782"/>
                </a:solidFill>
                <a:latin typeface="Satoshi Variable"/>
                <a:ea typeface="Satoshi Variable"/>
                <a:cs typeface="Satoshi Variable"/>
              </a:defRPr>
            </a:defPPr>
            <a:lvl1pPr algn="l">
              <a:defRPr sz="2100" b="1">
                <a:solidFill>
                  <a:srgbClr val="385782"/>
                </a:solidFill>
                <a:latin typeface="Satoshi Variable"/>
                <a:ea typeface="Satoshi Variable"/>
                <a:cs typeface="Satoshi Variable"/>
              </a:defRPr>
            </a:lvl1pPr>
            <a:lvl2pPr algn="l">
              <a:defRPr sz="2100" b="1">
                <a:solidFill>
                  <a:srgbClr val="385782"/>
                </a:solidFill>
                <a:latin typeface="Satoshi Variable"/>
                <a:ea typeface="Satoshi Variable"/>
                <a:cs typeface="Satoshi Variable"/>
              </a:defRPr>
            </a:lvl2pPr>
            <a:lvl3pPr algn="l">
              <a:defRPr sz="2100" b="1">
                <a:solidFill>
                  <a:srgbClr val="385782"/>
                </a:solidFill>
                <a:latin typeface="Satoshi Variable"/>
                <a:ea typeface="Satoshi Variable"/>
                <a:cs typeface="Satoshi Variable"/>
              </a:defRPr>
            </a:lvl3pPr>
            <a:lvl4pPr algn="l">
              <a:defRPr sz="2100" b="1">
                <a:solidFill>
                  <a:srgbClr val="385782"/>
                </a:solidFill>
                <a:latin typeface="Satoshi Variable"/>
                <a:ea typeface="Satoshi Variable"/>
                <a:cs typeface="Satoshi Variable"/>
              </a:defRPr>
            </a:lvl4pPr>
            <a:lvl5pPr algn="l">
              <a:defRPr sz="2100" b="1">
                <a:solidFill>
                  <a:srgbClr val="385782"/>
                </a:solidFill>
                <a:latin typeface="Satoshi Variable"/>
                <a:ea typeface="Satoshi Variable"/>
                <a:cs typeface="Satoshi Variable"/>
              </a:defRPr>
            </a:lvl5pPr>
            <a:lvl6pPr algn="l">
              <a:defRPr sz="2100" b="1">
                <a:solidFill>
                  <a:srgbClr val="385782"/>
                </a:solidFill>
                <a:latin typeface="Satoshi Variable"/>
                <a:ea typeface="Satoshi Variable"/>
                <a:cs typeface="Satoshi Variable"/>
              </a:defRPr>
            </a:lvl6pPr>
            <a:lvl7pPr algn="l">
              <a:defRPr sz="2100" b="1">
                <a:solidFill>
                  <a:srgbClr val="385782"/>
                </a:solidFill>
                <a:latin typeface="Satoshi Variable"/>
                <a:ea typeface="Satoshi Variable"/>
                <a:cs typeface="Satoshi Variable"/>
              </a:defRPr>
            </a:lvl7pPr>
            <a:lvl8pPr algn="l">
              <a:defRPr sz="2100" b="1">
                <a:solidFill>
                  <a:srgbClr val="385782"/>
                </a:solidFill>
                <a:latin typeface="Satoshi Variable"/>
                <a:ea typeface="Satoshi Variable"/>
                <a:cs typeface="Satoshi Variable"/>
              </a:defRPr>
            </a:lvl8pPr>
            <a:lvl9pPr algn="l">
              <a:defRPr sz="2100" b="1">
                <a:solidFill>
                  <a:srgbClr val="385782"/>
                </a:solidFill>
                <a:latin typeface="Satoshi Variable"/>
                <a:ea typeface="Satoshi Variable"/>
                <a:cs typeface="Satoshi Variable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385782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100" b="1">
                <a:solidFill>
                  <a:srgbClr val="385782"/>
                </a:solidFill>
                <a:latin typeface="Satoshi Variable"/>
                <a:ea typeface="Satoshi Variable"/>
                <a:cs typeface="Satoshi Variable"/>
              </a:rPr>
              <a:t>Ways of working</a:t>
            </a:r>
          </a:p>
        </p:txBody>
      </p:sp>
      <p:sp>
        <p:nvSpPr>
          <p:cNvPr id="8" name="text">
            <a:extLst xmlns:a="http://schemas.openxmlformats.org/drawingml/2006/main">
              <a:ext uri="{FF2B5EF4-FFF2-40B4-BE49-F238E27FC236}">
                <a16:creationId xmlns:a16="http://schemas.microsoft.com/office/drawing/2014/main" id="{AB24CF6A-CF09-41AD-89CA-B9A59AA5EE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3709988"/>
            <a:ext cx="7048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2100" b="0">
                <a:solidFill>
                  <a:srgbClr val="17243B"/>
                </a:solidFill>
                <a:latin typeface="Satoshi Variable"/>
                <a:ea typeface="Satoshi Variable"/>
                <a:cs typeface="Satoshi Variable"/>
              </a:defRPr>
            </a:defPPr>
            <a:lvl1pPr algn="l">
              <a:defRPr sz="2100" b="0">
                <a:solidFill>
                  <a:srgbClr val="17243B"/>
                </a:solidFill>
                <a:latin typeface="Satoshi Variable"/>
                <a:ea typeface="Satoshi Variable"/>
                <a:cs typeface="Satoshi Variable"/>
              </a:defRPr>
            </a:lvl1pPr>
            <a:lvl2pPr algn="l">
              <a:defRPr sz="2100" b="0">
                <a:solidFill>
                  <a:srgbClr val="17243B"/>
                </a:solidFill>
                <a:latin typeface="Satoshi Variable"/>
                <a:ea typeface="Satoshi Variable"/>
                <a:cs typeface="Satoshi Variable"/>
              </a:defRPr>
            </a:lvl2pPr>
            <a:lvl3pPr algn="l">
              <a:defRPr sz="2100" b="0">
                <a:solidFill>
                  <a:srgbClr val="17243B"/>
                </a:solidFill>
                <a:latin typeface="Satoshi Variable"/>
                <a:ea typeface="Satoshi Variable"/>
                <a:cs typeface="Satoshi Variable"/>
              </a:defRPr>
            </a:lvl3pPr>
            <a:lvl4pPr algn="l">
              <a:defRPr sz="2100" b="0">
                <a:solidFill>
                  <a:srgbClr val="17243B"/>
                </a:solidFill>
                <a:latin typeface="Satoshi Variable"/>
                <a:ea typeface="Satoshi Variable"/>
                <a:cs typeface="Satoshi Variable"/>
              </a:defRPr>
            </a:lvl4pPr>
            <a:lvl5pPr algn="l">
              <a:defRPr sz="2100" b="0">
                <a:solidFill>
                  <a:srgbClr val="17243B"/>
                </a:solidFill>
                <a:latin typeface="Satoshi Variable"/>
                <a:ea typeface="Satoshi Variable"/>
                <a:cs typeface="Satoshi Variable"/>
              </a:defRPr>
            </a:lvl5pPr>
            <a:lvl6pPr algn="l">
              <a:defRPr sz="2100" b="0">
                <a:solidFill>
                  <a:srgbClr val="17243B"/>
                </a:solidFill>
                <a:latin typeface="Satoshi Variable"/>
                <a:ea typeface="Satoshi Variable"/>
                <a:cs typeface="Satoshi Variable"/>
              </a:defRPr>
            </a:lvl6pPr>
            <a:lvl7pPr algn="l">
              <a:defRPr sz="2100" b="0">
                <a:solidFill>
                  <a:srgbClr val="17243B"/>
                </a:solidFill>
                <a:latin typeface="Satoshi Variable"/>
                <a:ea typeface="Satoshi Variable"/>
                <a:cs typeface="Satoshi Variable"/>
              </a:defRPr>
            </a:lvl7pPr>
            <a:lvl8pPr algn="l">
              <a:defRPr sz="2100" b="0">
                <a:solidFill>
                  <a:srgbClr val="17243B"/>
                </a:solidFill>
                <a:latin typeface="Satoshi Variable"/>
                <a:ea typeface="Satoshi Variable"/>
                <a:cs typeface="Satoshi Variable"/>
              </a:defRPr>
            </a:lvl8pPr>
            <a:lvl9pPr algn="l">
              <a:defRPr sz="2100" b="0">
                <a:solidFill>
                  <a:srgbClr val="17243B"/>
                </a:solidFill>
                <a:latin typeface="Satoshi Variable"/>
                <a:ea typeface="Satoshi Variable"/>
                <a:cs typeface="Satoshi Variable"/>
              </a:defRPr>
            </a:lvl9pPr>
          </a:lstStyle>
          <a:p xmlns:a="http://schemas.openxmlformats.org/drawingml/2006/main">
            <a:pPr algn="l">
              <a:defRPr sz="2100" b="0">
                <a:solidFill>
                  <a:srgbClr val="17243B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100" b="0">
                <a:solidFill>
                  <a:srgbClr val="17243B"/>
                </a:solidFill>
                <a:latin typeface="Satoshi Variable"/>
                <a:ea typeface="Satoshi Variable"/>
                <a:cs typeface="Satoshi Variable"/>
              </a:rPr>
              <a:t>Clearer ownership and everyday engineering habits.</a:t>
            </a:r>
          </a:p>
        </p:txBody>
      </p:sp>
      <p:sp>
        <p:nvSpPr>
          <p:cNvPr id="9" name="text">
            <a:extLst xmlns:a="http://schemas.openxmlformats.org/drawingml/2006/main">
              <a:ext uri="{FF2B5EF4-FFF2-40B4-BE49-F238E27FC236}">
                <a16:creationId xmlns:a16="http://schemas.microsoft.com/office/drawing/2014/main" id="{CDA37518-20DE-479F-A45A-2927E3CC21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357688"/>
            <a:ext cx="32004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2100" b="1">
                <a:solidFill>
                  <a:srgbClr val="385782"/>
                </a:solidFill>
                <a:latin typeface="Satoshi Variable"/>
                <a:ea typeface="Satoshi Variable"/>
                <a:cs typeface="Satoshi Variable"/>
              </a:defRPr>
            </a:defPPr>
            <a:lvl1pPr algn="l">
              <a:defRPr sz="2100" b="1">
                <a:solidFill>
                  <a:srgbClr val="385782"/>
                </a:solidFill>
                <a:latin typeface="Satoshi Variable"/>
                <a:ea typeface="Satoshi Variable"/>
                <a:cs typeface="Satoshi Variable"/>
              </a:defRPr>
            </a:lvl1pPr>
            <a:lvl2pPr algn="l">
              <a:defRPr sz="2100" b="1">
                <a:solidFill>
                  <a:srgbClr val="385782"/>
                </a:solidFill>
                <a:latin typeface="Satoshi Variable"/>
                <a:ea typeface="Satoshi Variable"/>
                <a:cs typeface="Satoshi Variable"/>
              </a:defRPr>
            </a:lvl2pPr>
            <a:lvl3pPr algn="l">
              <a:defRPr sz="2100" b="1">
                <a:solidFill>
                  <a:srgbClr val="385782"/>
                </a:solidFill>
                <a:latin typeface="Satoshi Variable"/>
                <a:ea typeface="Satoshi Variable"/>
                <a:cs typeface="Satoshi Variable"/>
              </a:defRPr>
            </a:lvl3pPr>
            <a:lvl4pPr algn="l">
              <a:defRPr sz="2100" b="1">
                <a:solidFill>
                  <a:srgbClr val="385782"/>
                </a:solidFill>
                <a:latin typeface="Satoshi Variable"/>
                <a:ea typeface="Satoshi Variable"/>
                <a:cs typeface="Satoshi Variable"/>
              </a:defRPr>
            </a:lvl4pPr>
            <a:lvl5pPr algn="l">
              <a:defRPr sz="2100" b="1">
                <a:solidFill>
                  <a:srgbClr val="385782"/>
                </a:solidFill>
                <a:latin typeface="Satoshi Variable"/>
                <a:ea typeface="Satoshi Variable"/>
                <a:cs typeface="Satoshi Variable"/>
              </a:defRPr>
            </a:lvl5pPr>
            <a:lvl6pPr algn="l">
              <a:defRPr sz="2100" b="1">
                <a:solidFill>
                  <a:srgbClr val="385782"/>
                </a:solidFill>
                <a:latin typeface="Satoshi Variable"/>
                <a:ea typeface="Satoshi Variable"/>
                <a:cs typeface="Satoshi Variable"/>
              </a:defRPr>
            </a:lvl6pPr>
            <a:lvl7pPr algn="l">
              <a:defRPr sz="2100" b="1">
                <a:solidFill>
                  <a:srgbClr val="385782"/>
                </a:solidFill>
                <a:latin typeface="Satoshi Variable"/>
                <a:ea typeface="Satoshi Variable"/>
                <a:cs typeface="Satoshi Variable"/>
              </a:defRPr>
            </a:lvl7pPr>
            <a:lvl8pPr algn="l">
              <a:defRPr sz="2100" b="1">
                <a:solidFill>
                  <a:srgbClr val="385782"/>
                </a:solidFill>
                <a:latin typeface="Satoshi Variable"/>
                <a:ea typeface="Satoshi Variable"/>
                <a:cs typeface="Satoshi Variable"/>
              </a:defRPr>
            </a:lvl8pPr>
            <a:lvl9pPr algn="l">
              <a:defRPr sz="2100" b="1">
                <a:solidFill>
                  <a:srgbClr val="385782"/>
                </a:solidFill>
                <a:latin typeface="Satoshi Variable"/>
                <a:ea typeface="Satoshi Variable"/>
                <a:cs typeface="Satoshi Variable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385782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100" b="1">
                <a:solidFill>
                  <a:srgbClr val="385782"/>
                </a:solidFill>
                <a:latin typeface="Satoshi Variable"/>
                <a:ea typeface="Satoshi Variable"/>
                <a:cs typeface="Satoshi Variable"/>
              </a:rPr>
              <a:t>Product engineering</a:t>
            </a:r>
          </a:p>
        </p:txBody>
      </p:sp>
      <p:sp>
        <p:nvSpPr>
          <p:cNvPr id="10" name="text">
            <a:extLst xmlns:a="http://schemas.openxmlformats.org/drawingml/2006/main">
              <a:ext uri="{FF2B5EF4-FFF2-40B4-BE49-F238E27FC236}">
                <a16:creationId xmlns:a16="http://schemas.microsoft.com/office/drawing/2014/main" id="{B1964C21-3FC1-4791-9713-F94706164F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4357688"/>
            <a:ext cx="7048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2100" b="0">
                <a:solidFill>
                  <a:srgbClr val="17243B"/>
                </a:solidFill>
                <a:latin typeface="Satoshi Variable"/>
                <a:ea typeface="Satoshi Variable"/>
                <a:cs typeface="Satoshi Variable"/>
              </a:defRPr>
            </a:defPPr>
            <a:lvl1pPr algn="l">
              <a:defRPr sz="2100" b="0">
                <a:solidFill>
                  <a:srgbClr val="17243B"/>
                </a:solidFill>
                <a:latin typeface="Satoshi Variable"/>
                <a:ea typeface="Satoshi Variable"/>
                <a:cs typeface="Satoshi Variable"/>
              </a:defRPr>
            </a:lvl1pPr>
            <a:lvl2pPr algn="l">
              <a:defRPr sz="2100" b="0">
                <a:solidFill>
                  <a:srgbClr val="17243B"/>
                </a:solidFill>
                <a:latin typeface="Satoshi Variable"/>
                <a:ea typeface="Satoshi Variable"/>
                <a:cs typeface="Satoshi Variable"/>
              </a:defRPr>
            </a:lvl2pPr>
            <a:lvl3pPr algn="l">
              <a:defRPr sz="2100" b="0">
                <a:solidFill>
                  <a:srgbClr val="17243B"/>
                </a:solidFill>
                <a:latin typeface="Satoshi Variable"/>
                <a:ea typeface="Satoshi Variable"/>
                <a:cs typeface="Satoshi Variable"/>
              </a:defRPr>
            </a:lvl3pPr>
            <a:lvl4pPr algn="l">
              <a:defRPr sz="2100" b="0">
                <a:solidFill>
                  <a:srgbClr val="17243B"/>
                </a:solidFill>
                <a:latin typeface="Satoshi Variable"/>
                <a:ea typeface="Satoshi Variable"/>
                <a:cs typeface="Satoshi Variable"/>
              </a:defRPr>
            </a:lvl4pPr>
            <a:lvl5pPr algn="l">
              <a:defRPr sz="2100" b="0">
                <a:solidFill>
                  <a:srgbClr val="17243B"/>
                </a:solidFill>
                <a:latin typeface="Satoshi Variable"/>
                <a:ea typeface="Satoshi Variable"/>
                <a:cs typeface="Satoshi Variable"/>
              </a:defRPr>
            </a:lvl5pPr>
            <a:lvl6pPr algn="l">
              <a:defRPr sz="2100" b="0">
                <a:solidFill>
                  <a:srgbClr val="17243B"/>
                </a:solidFill>
                <a:latin typeface="Satoshi Variable"/>
                <a:ea typeface="Satoshi Variable"/>
                <a:cs typeface="Satoshi Variable"/>
              </a:defRPr>
            </a:lvl6pPr>
            <a:lvl7pPr algn="l">
              <a:defRPr sz="2100" b="0">
                <a:solidFill>
                  <a:srgbClr val="17243B"/>
                </a:solidFill>
                <a:latin typeface="Satoshi Variable"/>
                <a:ea typeface="Satoshi Variable"/>
                <a:cs typeface="Satoshi Variable"/>
              </a:defRPr>
            </a:lvl7pPr>
            <a:lvl8pPr algn="l">
              <a:defRPr sz="2100" b="0">
                <a:solidFill>
                  <a:srgbClr val="17243B"/>
                </a:solidFill>
                <a:latin typeface="Satoshi Variable"/>
                <a:ea typeface="Satoshi Variable"/>
                <a:cs typeface="Satoshi Variable"/>
              </a:defRPr>
            </a:lvl8pPr>
            <a:lvl9pPr algn="l">
              <a:defRPr sz="2100" b="0">
                <a:solidFill>
                  <a:srgbClr val="17243B"/>
                </a:solidFill>
                <a:latin typeface="Satoshi Variable"/>
                <a:ea typeface="Satoshi Variable"/>
                <a:cs typeface="Satoshi Variable"/>
              </a:defRPr>
            </a:lvl9pPr>
          </a:lstStyle>
          <a:p xmlns:a="http://schemas.openxmlformats.org/drawingml/2006/main">
            <a:pPr algn="l">
              <a:defRPr sz="2100" b="0">
                <a:solidFill>
                  <a:srgbClr val="17243B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100" b="0">
                <a:solidFill>
                  <a:srgbClr val="17243B"/>
                </a:solidFill>
                <a:latin typeface="Satoshi Variable"/>
                <a:ea typeface="Satoshi Variable"/>
                <a:cs typeface="Satoshi Variable"/>
              </a:rPr>
              <a:t>Broader ownership, from product decisions to delivery.</a:t>
            </a:r>
          </a:p>
        </p:txBody>
      </p:sp>
      <p:sp>
        <p:nvSpPr>
          <p:cNvPr id="11" name="text">
            <a:extLst xmlns:a="http://schemas.openxmlformats.org/drawingml/2006/main">
              <a:ext uri="{FF2B5EF4-FFF2-40B4-BE49-F238E27FC236}">
                <a16:creationId xmlns:a16="http://schemas.microsoft.com/office/drawing/2014/main" id="{6AE34DE2-358B-4F36-820D-5F2133C263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005388"/>
            <a:ext cx="32004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2100" b="1">
                <a:solidFill>
                  <a:srgbClr val="385782"/>
                </a:solidFill>
                <a:latin typeface="Satoshi Variable"/>
                <a:ea typeface="Satoshi Variable"/>
                <a:cs typeface="Satoshi Variable"/>
              </a:defRPr>
            </a:defPPr>
            <a:lvl1pPr algn="l">
              <a:defRPr sz="2100" b="1">
                <a:solidFill>
                  <a:srgbClr val="385782"/>
                </a:solidFill>
                <a:latin typeface="Satoshi Variable"/>
                <a:ea typeface="Satoshi Variable"/>
                <a:cs typeface="Satoshi Variable"/>
              </a:defRPr>
            </a:lvl1pPr>
            <a:lvl2pPr algn="l">
              <a:defRPr sz="2100" b="1">
                <a:solidFill>
                  <a:srgbClr val="385782"/>
                </a:solidFill>
                <a:latin typeface="Satoshi Variable"/>
                <a:ea typeface="Satoshi Variable"/>
                <a:cs typeface="Satoshi Variable"/>
              </a:defRPr>
            </a:lvl2pPr>
            <a:lvl3pPr algn="l">
              <a:defRPr sz="2100" b="1">
                <a:solidFill>
                  <a:srgbClr val="385782"/>
                </a:solidFill>
                <a:latin typeface="Satoshi Variable"/>
                <a:ea typeface="Satoshi Variable"/>
                <a:cs typeface="Satoshi Variable"/>
              </a:defRPr>
            </a:lvl3pPr>
            <a:lvl4pPr algn="l">
              <a:defRPr sz="2100" b="1">
                <a:solidFill>
                  <a:srgbClr val="385782"/>
                </a:solidFill>
                <a:latin typeface="Satoshi Variable"/>
                <a:ea typeface="Satoshi Variable"/>
                <a:cs typeface="Satoshi Variable"/>
              </a:defRPr>
            </a:lvl4pPr>
            <a:lvl5pPr algn="l">
              <a:defRPr sz="2100" b="1">
                <a:solidFill>
                  <a:srgbClr val="385782"/>
                </a:solidFill>
                <a:latin typeface="Satoshi Variable"/>
                <a:ea typeface="Satoshi Variable"/>
                <a:cs typeface="Satoshi Variable"/>
              </a:defRPr>
            </a:lvl5pPr>
            <a:lvl6pPr algn="l">
              <a:defRPr sz="2100" b="1">
                <a:solidFill>
                  <a:srgbClr val="385782"/>
                </a:solidFill>
                <a:latin typeface="Satoshi Variable"/>
                <a:ea typeface="Satoshi Variable"/>
                <a:cs typeface="Satoshi Variable"/>
              </a:defRPr>
            </a:lvl6pPr>
            <a:lvl7pPr algn="l">
              <a:defRPr sz="2100" b="1">
                <a:solidFill>
                  <a:srgbClr val="385782"/>
                </a:solidFill>
                <a:latin typeface="Satoshi Variable"/>
                <a:ea typeface="Satoshi Variable"/>
                <a:cs typeface="Satoshi Variable"/>
              </a:defRPr>
            </a:lvl7pPr>
            <a:lvl8pPr algn="l">
              <a:defRPr sz="2100" b="1">
                <a:solidFill>
                  <a:srgbClr val="385782"/>
                </a:solidFill>
                <a:latin typeface="Satoshi Variable"/>
                <a:ea typeface="Satoshi Variable"/>
                <a:cs typeface="Satoshi Variable"/>
              </a:defRPr>
            </a:lvl8pPr>
            <a:lvl9pPr algn="l">
              <a:defRPr sz="2100" b="1">
                <a:solidFill>
                  <a:srgbClr val="385782"/>
                </a:solidFill>
                <a:latin typeface="Satoshi Variable"/>
                <a:ea typeface="Satoshi Variable"/>
                <a:cs typeface="Satoshi Variable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385782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100" b="1">
                <a:solidFill>
                  <a:srgbClr val="385782"/>
                </a:solidFill>
                <a:latin typeface="Satoshi Variable"/>
                <a:ea typeface="Satoshi Variable"/>
                <a:cs typeface="Satoshi Variable"/>
              </a:rPr>
              <a:t>AI development</a:t>
            </a:r>
          </a:p>
        </p:txBody>
      </p:sp>
      <p:sp>
        <p:nvSpPr>
          <p:cNvPr id="12" name="text">
            <a:extLst xmlns:a="http://schemas.openxmlformats.org/drawingml/2006/main">
              <a:ext uri="{FF2B5EF4-FFF2-40B4-BE49-F238E27FC236}">
                <a16:creationId xmlns:a16="http://schemas.microsoft.com/office/drawing/2014/main" id="{0262F3C9-7253-43DF-B911-1CBC8C0AE0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5005388"/>
            <a:ext cx="7048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2100" b="0">
                <a:solidFill>
                  <a:srgbClr val="17243B"/>
                </a:solidFill>
                <a:latin typeface="Satoshi Variable"/>
                <a:ea typeface="Satoshi Variable"/>
                <a:cs typeface="Satoshi Variable"/>
              </a:defRPr>
            </a:defPPr>
            <a:lvl1pPr algn="l">
              <a:defRPr sz="2100" b="0">
                <a:solidFill>
                  <a:srgbClr val="17243B"/>
                </a:solidFill>
                <a:latin typeface="Satoshi Variable"/>
                <a:ea typeface="Satoshi Variable"/>
                <a:cs typeface="Satoshi Variable"/>
              </a:defRPr>
            </a:lvl1pPr>
            <a:lvl2pPr algn="l">
              <a:defRPr sz="2100" b="0">
                <a:solidFill>
                  <a:srgbClr val="17243B"/>
                </a:solidFill>
                <a:latin typeface="Satoshi Variable"/>
                <a:ea typeface="Satoshi Variable"/>
                <a:cs typeface="Satoshi Variable"/>
              </a:defRPr>
            </a:lvl2pPr>
            <a:lvl3pPr algn="l">
              <a:defRPr sz="2100" b="0">
                <a:solidFill>
                  <a:srgbClr val="17243B"/>
                </a:solidFill>
                <a:latin typeface="Satoshi Variable"/>
                <a:ea typeface="Satoshi Variable"/>
                <a:cs typeface="Satoshi Variable"/>
              </a:defRPr>
            </a:lvl3pPr>
            <a:lvl4pPr algn="l">
              <a:defRPr sz="2100" b="0">
                <a:solidFill>
                  <a:srgbClr val="17243B"/>
                </a:solidFill>
                <a:latin typeface="Satoshi Variable"/>
                <a:ea typeface="Satoshi Variable"/>
                <a:cs typeface="Satoshi Variable"/>
              </a:defRPr>
            </a:lvl4pPr>
            <a:lvl5pPr algn="l">
              <a:defRPr sz="2100" b="0">
                <a:solidFill>
                  <a:srgbClr val="17243B"/>
                </a:solidFill>
                <a:latin typeface="Satoshi Variable"/>
                <a:ea typeface="Satoshi Variable"/>
                <a:cs typeface="Satoshi Variable"/>
              </a:defRPr>
            </a:lvl5pPr>
            <a:lvl6pPr algn="l">
              <a:defRPr sz="2100" b="0">
                <a:solidFill>
                  <a:srgbClr val="17243B"/>
                </a:solidFill>
                <a:latin typeface="Satoshi Variable"/>
                <a:ea typeface="Satoshi Variable"/>
                <a:cs typeface="Satoshi Variable"/>
              </a:defRPr>
            </a:lvl6pPr>
            <a:lvl7pPr algn="l">
              <a:defRPr sz="2100" b="0">
                <a:solidFill>
                  <a:srgbClr val="17243B"/>
                </a:solidFill>
                <a:latin typeface="Satoshi Variable"/>
                <a:ea typeface="Satoshi Variable"/>
                <a:cs typeface="Satoshi Variable"/>
              </a:defRPr>
            </a:lvl7pPr>
            <a:lvl8pPr algn="l">
              <a:defRPr sz="2100" b="0">
                <a:solidFill>
                  <a:srgbClr val="17243B"/>
                </a:solidFill>
                <a:latin typeface="Satoshi Variable"/>
                <a:ea typeface="Satoshi Variable"/>
                <a:cs typeface="Satoshi Variable"/>
              </a:defRPr>
            </a:lvl8pPr>
            <a:lvl9pPr algn="l">
              <a:defRPr sz="2100" b="0">
                <a:solidFill>
                  <a:srgbClr val="17243B"/>
                </a:solidFill>
                <a:latin typeface="Satoshi Variable"/>
                <a:ea typeface="Satoshi Variable"/>
                <a:cs typeface="Satoshi Variable"/>
              </a:defRPr>
            </a:lvl9pPr>
          </a:lstStyle>
          <a:p xmlns:a="http://schemas.openxmlformats.org/drawingml/2006/main">
            <a:pPr algn="l">
              <a:defRPr sz="2100" b="0">
                <a:solidFill>
                  <a:srgbClr val="17243B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100" b="0">
                <a:solidFill>
                  <a:srgbClr val="17243B"/>
                </a:solidFill>
                <a:latin typeface="Satoshi Variable"/>
                <a:ea typeface="Satoshi Variable"/>
                <a:cs typeface="Satoshi Variable"/>
              </a:rPr>
              <a:t>Adoption across planning, code, review and verification.</a:t>
            </a:r>
          </a:p>
        </p:txBody>
      </p:sp>
      <p:sp>
        <p:nvSpPr>
          <p:cNvPr id="13" name="text">
            <a:extLst xmlns:a="http://schemas.openxmlformats.org/drawingml/2006/main">
              <a:ext uri="{FF2B5EF4-FFF2-40B4-BE49-F238E27FC236}">
                <a16:creationId xmlns:a16="http://schemas.microsoft.com/office/drawing/2014/main" id="{D7CF7266-6F35-424C-B89D-27FDC7D49F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653088"/>
            <a:ext cx="32004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2100" b="1">
                <a:solidFill>
                  <a:srgbClr val="385782"/>
                </a:solidFill>
                <a:latin typeface="Satoshi Variable"/>
                <a:ea typeface="Satoshi Variable"/>
                <a:cs typeface="Satoshi Variable"/>
              </a:defRPr>
            </a:defPPr>
            <a:lvl1pPr algn="l">
              <a:defRPr sz="2100" b="1">
                <a:solidFill>
                  <a:srgbClr val="385782"/>
                </a:solidFill>
                <a:latin typeface="Satoshi Variable"/>
                <a:ea typeface="Satoshi Variable"/>
                <a:cs typeface="Satoshi Variable"/>
              </a:defRPr>
            </a:lvl1pPr>
            <a:lvl2pPr algn="l">
              <a:defRPr sz="2100" b="1">
                <a:solidFill>
                  <a:srgbClr val="385782"/>
                </a:solidFill>
                <a:latin typeface="Satoshi Variable"/>
                <a:ea typeface="Satoshi Variable"/>
                <a:cs typeface="Satoshi Variable"/>
              </a:defRPr>
            </a:lvl2pPr>
            <a:lvl3pPr algn="l">
              <a:defRPr sz="2100" b="1">
                <a:solidFill>
                  <a:srgbClr val="385782"/>
                </a:solidFill>
                <a:latin typeface="Satoshi Variable"/>
                <a:ea typeface="Satoshi Variable"/>
                <a:cs typeface="Satoshi Variable"/>
              </a:defRPr>
            </a:lvl3pPr>
            <a:lvl4pPr algn="l">
              <a:defRPr sz="2100" b="1">
                <a:solidFill>
                  <a:srgbClr val="385782"/>
                </a:solidFill>
                <a:latin typeface="Satoshi Variable"/>
                <a:ea typeface="Satoshi Variable"/>
                <a:cs typeface="Satoshi Variable"/>
              </a:defRPr>
            </a:lvl4pPr>
            <a:lvl5pPr algn="l">
              <a:defRPr sz="2100" b="1">
                <a:solidFill>
                  <a:srgbClr val="385782"/>
                </a:solidFill>
                <a:latin typeface="Satoshi Variable"/>
                <a:ea typeface="Satoshi Variable"/>
                <a:cs typeface="Satoshi Variable"/>
              </a:defRPr>
            </a:lvl5pPr>
            <a:lvl6pPr algn="l">
              <a:defRPr sz="2100" b="1">
                <a:solidFill>
                  <a:srgbClr val="385782"/>
                </a:solidFill>
                <a:latin typeface="Satoshi Variable"/>
                <a:ea typeface="Satoshi Variable"/>
                <a:cs typeface="Satoshi Variable"/>
              </a:defRPr>
            </a:lvl6pPr>
            <a:lvl7pPr algn="l">
              <a:defRPr sz="2100" b="1">
                <a:solidFill>
                  <a:srgbClr val="385782"/>
                </a:solidFill>
                <a:latin typeface="Satoshi Variable"/>
                <a:ea typeface="Satoshi Variable"/>
                <a:cs typeface="Satoshi Variable"/>
              </a:defRPr>
            </a:lvl7pPr>
            <a:lvl8pPr algn="l">
              <a:defRPr sz="2100" b="1">
                <a:solidFill>
                  <a:srgbClr val="385782"/>
                </a:solidFill>
                <a:latin typeface="Satoshi Variable"/>
                <a:ea typeface="Satoshi Variable"/>
                <a:cs typeface="Satoshi Variable"/>
              </a:defRPr>
            </a:lvl8pPr>
            <a:lvl9pPr algn="l">
              <a:defRPr sz="2100" b="1">
                <a:solidFill>
                  <a:srgbClr val="385782"/>
                </a:solidFill>
                <a:latin typeface="Satoshi Variable"/>
                <a:ea typeface="Satoshi Variable"/>
                <a:cs typeface="Satoshi Variable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385782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100" b="1">
                <a:solidFill>
                  <a:srgbClr val="385782"/>
                </a:solidFill>
                <a:latin typeface="Satoshi Variable"/>
                <a:ea typeface="Satoshi Variable"/>
                <a:cs typeface="Satoshi Variable"/>
              </a:rPr>
              <a:t>An AI harness</a:t>
            </a:r>
          </a:p>
        </p:txBody>
      </p:sp>
      <p:sp>
        <p:nvSpPr>
          <p:cNvPr id="14" name="text">
            <a:extLst xmlns:a="http://schemas.openxmlformats.org/drawingml/2006/main">
              <a:ext uri="{FF2B5EF4-FFF2-40B4-BE49-F238E27FC236}">
                <a16:creationId xmlns:a16="http://schemas.microsoft.com/office/drawing/2014/main" id="{0626C06F-8DAB-4A6B-92FA-2FF1E7F9EE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5653088"/>
            <a:ext cx="7048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2100" b="0">
                <a:solidFill>
                  <a:srgbClr val="17243B"/>
                </a:solidFill>
                <a:latin typeface="Satoshi Variable"/>
                <a:ea typeface="Satoshi Variable"/>
                <a:cs typeface="Satoshi Variable"/>
              </a:defRPr>
            </a:defPPr>
            <a:lvl1pPr algn="l">
              <a:defRPr sz="2100" b="0">
                <a:solidFill>
                  <a:srgbClr val="17243B"/>
                </a:solidFill>
                <a:latin typeface="Satoshi Variable"/>
                <a:ea typeface="Satoshi Variable"/>
                <a:cs typeface="Satoshi Variable"/>
              </a:defRPr>
            </a:lvl1pPr>
            <a:lvl2pPr algn="l">
              <a:defRPr sz="2100" b="0">
                <a:solidFill>
                  <a:srgbClr val="17243B"/>
                </a:solidFill>
                <a:latin typeface="Satoshi Variable"/>
                <a:ea typeface="Satoshi Variable"/>
                <a:cs typeface="Satoshi Variable"/>
              </a:defRPr>
            </a:lvl2pPr>
            <a:lvl3pPr algn="l">
              <a:defRPr sz="2100" b="0">
                <a:solidFill>
                  <a:srgbClr val="17243B"/>
                </a:solidFill>
                <a:latin typeface="Satoshi Variable"/>
                <a:ea typeface="Satoshi Variable"/>
                <a:cs typeface="Satoshi Variable"/>
              </a:defRPr>
            </a:lvl3pPr>
            <a:lvl4pPr algn="l">
              <a:defRPr sz="2100" b="0">
                <a:solidFill>
                  <a:srgbClr val="17243B"/>
                </a:solidFill>
                <a:latin typeface="Satoshi Variable"/>
                <a:ea typeface="Satoshi Variable"/>
                <a:cs typeface="Satoshi Variable"/>
              </a:defRPr>
            </a:lvl4pPr>
            <a:lvl5pPr algn="l">
              <a:defRPr sz="2100" b="0">
                <a:solidFill>
                  <a:srgbClr val="17243B"/>
                </a:solidFill>
                <a:latin typeface="Satoshi Variable"/>
                <a:ea typeface="Satoshi Variable"/>
                <a:cs typeface="Satoshi Variable"/>
              </a:defRPr>
            </a:lvl5pPr>
            <a:lvl6pPr algn="l">
              <a:defRPr sz="2100" b="0">
                <a:solidFill>
                  <a:srgbClr val="17243B"/>
                </a:solidFill>
                <a:latin typeface="Satoshi Variable"/>
                <a:ea typeface="Satoshi Variable"/>
                <a:cs typeface="Satoshi Variable"/>
              </a:defRPr>
            </a:lvl6pPr>
            <a:lvl7pPr algn="l">
              <a:defRPr sz="2100" b="0">
                <a:solidFill>
                  <a:srgbClr val="17243B"/>
                </a:solidFill>
                <a:latin typeface="Satoshi Variable"/>
                <a:ea typeface="Satoshi Variable"/>
                <a:cs typeface="Satoshi Variable"/>
              </a:defRPr>
            </a:lvl7pPr>
            <a:lvl8pPr algn="l">
              <a:defRPr sz="2100" b="0">
                <a:solidFill>
                  <a:srgbClr val="17243B"/>
                </a:solidFill>
                <a:latin typeface="Satoshi Variable"/>
                <a:ea typeface="Satoshi Variable"/>
                <a:cs typeface="Satoshi Variable"/>
              </a:defRPr>
            </a:lvl8pPr>
            <a:lvl9pPr algn="l">
              <a:defRPr sz="2100" b="0">
                <a:solidFill>
                  <a:srgbClr val="17243B"/>
                </a:solidFill>
                <a:latin typeface="Satoshi Variable"/>
                <a:ea typeface="Satoshi Variable"/>
                <a:cs typeface="Satoshi Variable"/>
              </a:defRPr>
            </a:lvl9pPr>
          </a:lstStyle>
          <a:p xmlns:a="http://schemas.openxmlformats.org/drawingml/2006/main">
            <a:pPr algn="l">
              <a:defRPr sz="2100" b="0">
                <a:solidFill>
                  <a:srgbClr val="17243B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100" b="0">
                <a:solidFill>
                  <a:srgbClr val="17243B"/>
                </a:solidFill>
                <a:latin typeface="Satoshi Variable"/>
                <a:ea typeface="Satoshi Variable"/>
                <a:cs typeface="Satoshi Variable"/>
              </a:rPr>
              <a:t>Context, skills, tools and checks around the agents.</a:t>
            </a:r>
          </a:p>
        </p:txBody>
      </p:sp>
      <p:sp>
        <p:nvSpPr>
          <p:cNvPr id="15" name="Slide number">
            <a:extLst xmlns:a="http://schemas.openxmlformats.org/drawingml/2006/main">
              <a:ext uri="{FF2B5EF4-FFF2-40B4-BE49-F238E27FC236}">
                <a16:creationId xmlns:a16="http://schemas.microsoft.com/office/drawing/2014/main" id="{60082E95-BCA3-4E86-A00A-80C9376D1C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48425"/>
            <a:ext cx="523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14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defPPr>
            <a:lvl1pPr algn="l">
              <a:defRPr sz="14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1pPr>
            <a:lvl2pPr algn="l">
              <a:defRPr sz="14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2pPr>
            <a:lvl3pPr algn="l">
              <a:defRPr sz="14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3pPr>
            <a:lvl4pPr algn="l">
              <a:defRPr sz="14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4pPr>
            <a:lvl5pPr algn="l">
              <a:defRPr sz="14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5pPr>
            <a:lvl6pPr algn="l">
              <a:defRPr sz="14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6pPr>
            <a:lvl7pPr algn="l">
              <a:defRPr sz="14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7pPr>
            <a:lvl8pPr algn="l">
              <a:defRPr sz="14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8pPr>
            <a:lvl9pPr algn="l">
              <a:defRPr sz="14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4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rPr>
              <a:t>30</a:t>
            </a:r>
          </a:p>
        </p:txBody>
      </p:sp>
    </p:spTree>
    <p:extLst>
      <p:ext uri="{BB962C8B-B14F-4D97-AF65-F5344CB8AC3E}">
        <p14:creationId xmlns:p14="http://schemas.microsoft.com/office/powerpoint/2010/main" val="1040743498"/>
      </p:ext>
    </p:extLst>
  </p:cSld>
</p:sld>
</file>

<file path=ppt/slides/slide31.xml><?xml version="1.0" encoding="utf-8"?>
<p:sld xmlns:p="http://schemas.openxmlformats.org/presentationml/2006/main">
  <p:cSld>
    <p:bg>
      <p:bgPr>
        <a:solidFill xmlns:a="http://schemas.openxmlformats.org/drawingml/2006/main">
          <a:srgbClr val="F5F2E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Title">
            <a:extLst xmlns:a="http://schemas.openxmlformats.org/drawingml/2006/main">
              <a:ext uri="{FF2B5EF4-FFF2-40B4-BE49-F238E27FC236}">
                <a16:creationId xmlns:a16="http://schemas.microsoft.com/office/drawing/2014/main" id="{F7BFC5EE-1C67-44CD-9024-390B4F7857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19125"/>
            <a:ext cx="106680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4500" b="0">
                <a:solidFill>
                  <a:srgbClr val="15181B"/>
                </a:solidFill>
                <a:latin typeface="Newsreader"/>
                <a:ea typeface="Newsreader"/>
                <a:cs typeface="Newsreader"/>
              </a:defRPr>
            </a:defPPr>
            <a:lvl1pPr algn="l">
              <a:defRPr sz="4500" b="0">
                <a:solidFill>
                  <a:srgbClr val="15181B"/>
                </a:solidFill>
                <a:latin typeface="Newsreader"/>
                <a:ea typeface="Newsreader"/>
                <a:cs typeface="Newsreader"/>
              </a:defRPr>
            </a:lvl1pPr>
            <a:lvl2pPr algn="l">
              <a:defRPr sz="4500" b="0">
                <a:solidFill>
                  <a:srgbClr val="15181B"/>
                </a:solidFill>
                <a:latin typeface="Newsreader"/>
                <a:ea typeface="Newsreader"/>
                <a:cs typeface="Newsreader"/>
              </a:defRPr>
            </a:lvl2pPr>
            <a:lvl3pPr algn="l">
              <a:defRPr sz="4500" b="0">
                <a:solidFill>
                  <a:srgbClr val="15181B"/>
                </a:solidFill>
                <a:latin typeface="Newsreader"/>
                <a:ea typeface="Newsreader"/>
                <a:cs typeface="Newsreader"/>
              </a:defRPr>
            </a:lvl3pPr>
            <a:lvl4pPr algn="l">
              <a:defRPr sz="4500" b="0">
                <a:solidFill>
                  <a:srgbClr val="15181B"/>
                </a:solidFill>
                <a:latin typeface="Newsreader"/>
                <a:ea typeface="Newsreader"/>
                <a:cs typeface="Newsreader"/>
              </a:defRPr>
            </a:lvl4pPr>
            <a:lvl5pPr algn="l">
              <a:defRPr sz="4500" b="0">
                <a:solidFill>
                  <a:srgbClr val="15181B"/>
                </a:solidFill>
                <a:latin typeface="Newsreader"/>
                <a:ea typeface="Newsreader"/>
                <a:cs typeface="Newsreader"/>
              </a:defRPr>
            </a:lvl5pPr>
            <a:lvl6pPr algn="l">
              <a:defRPr sz="4500" b="0">
                <a:solidFill>
                  <a:srgbClr val="15181B"/>
                </a:solidFill>
                <a:latin typeface="Newsreader"/>
                <a:ea typeface="Newsreader"/>
                <a:cs typeface="Newsreader"/>
              </a:defRPr>
            </a:lvl6pPr>
            <a:lvl7pPr algn="l">
              <a:defRPr sz="4500" b="0">
                <a:solidFill>
                  <a:srgbClr val="15181B"/>
                </a:solidFill>
                <a:latin typeface="Newsreader"/>
                <a:ea typeface="Newsreader"/>
                <a:cs typeface="Newsreader"/>
              </a:defRPr>
            </a:lvl7pPr>
            <a:lvl8pPr algn="l">
              <a:defRPr sz="4500" b="0">
                <a:solidFill>
                  <a:srgbClr val="15181B"/>
                </a:solidFill>
                <a:latin typeface="Newsreader"/>
                <a:ea typeface="Newsreader"/>
                <a:cs typeface="Newsreader"/>
              </a:defRPr>
            </a:lvl8pPr>
            <a:lvl9pPr algn="l">
              <a:defRPr sz="4500" b="0">
                <a:solidFill>
                  <a:srgbClr val="15181B"/>
                </a:solidFill>
                <a:latin typeface="Newsreader"/>
                <a:ea typeface="Newsreader"/>
                <a:cs typeface="Newsreader"/>
              </a:defRPr>
            </a:lvl9pPr>
          </a:lstStyle>
          <a:p xmlns:a="http://schemas.openxmlformats.org/drawingml/2006/main">
            <a:pPr algn="l">
              <a:defRPr sz="4500" b="0">
                <a:solidFill>
                  <a:srgbClr val="15181B"/>
                </a:solidFill>
                <a:latin typeface="Newsreader"/>
                <a:ea typeface="Newsreader"/>
                <a:cs typeface="Newsreader"/>
              </a:defRPr>
            </a:pPr>
            <a:r>
              <a:rPr sz="4500" b="0">
                <a:solidFill>
                  <a:srgbClr val="15181B"/>
                </a:solidFill>
                <a:latin typeface="Newsreader"/>
                <a:ea typeface="Newsreader"/>
                <a:cs typeface="Newsreader"/>
              </a:rPr>
              <a:t>What I’d take into another team</a:t>
            </a:r>
          </a:p>
        </p:txBody>
      </p:sp>
      <p:sp>
        <p:nvSpPr>
          <p:cNvPr id="2" name="text">
            <a:extLst xmlns:a="http://schemas.openxmlformats.org/drawingml/2006/main">
              <a:ext uri="{FF2B5EF4-FFF2-40B4-BE49-F238E27FC236}">
                <a16:creationId xmlns:a16="http://schemas.microsoft.com/office/drawing/2014/main" id="{CBB165B5-ABED-4103-B828-02ED4A8D79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090738"/>
            <a:ext cx="32004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defPPr>
            <a:lvl1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1pPr>
            <a:lvl2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2pPr>
            <a:lvl3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3pPr>
            <a:lvl4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4pPr>
            <a:lvl5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5pPr>
            <a:lvl6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6pPr>
            <a:lvl7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7pPr>
            <a:lvl8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8pPr>
            <a:lvl9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9pPr>
          </a:lstStyle>
          <a:p xmlns:a="http://schemas.openxmlformats.org/drawingml/2006/main">
            <a: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rPr>
              <a:t>Find the bottleneck</a:t>
            </a:r>
          </a:p>
        </p:txBody>
      </p:sp>
      <p:sp>
        <p:nvSpPr>
          <p:cNvPr id="3" name="text">
            <a:extLst xmlns:a="http://schemas.openxmlformats.org/drawingml/2006/main">
              <a:ext uri="{FF2B5EF4-FFF2-40B4-BE49-F238E27FC236}">
                <a16:creationId xmlns:a16="http://schemas.microsoft.com/office/drawing/2014/main" id="{E2D4818C-0994-40C4-932C-3B8912F70B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2090738"/>
            <a:ext cx="70485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defPPr>
            <a:lvl1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1pPr>
            <a:lvl2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2pPr>
            <a:lvl3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3pPr>
            <a:lvl4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4pPr>
            <a:lvl5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5pPr>
            <a:lvl6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6pPr>
            <a:lvl7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7pPr>
            <a:lvl8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8pPr>
            <a:lvl9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9pPr>
          </a:lstStyle>
          <a:p xmlns:a="http://schemas.openxmlformats.org/drawingml/2006/main">
            <a: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rPr>
              <a:t>Start where repeated work slows delivery.</a:t>
            </a:r>
          </a:p>
        </p:txBody>
      </p:sp>
      <p:sp>
        <p:nvSpPr>
          <p:cNvPr id="4" name="text">
            <a:extLst xmlns:a="http://schemas.openxmlformats.org/drawingml/2006/main">
              <a:ext uri="{FF2B5EF4-FFF2-40B4-BE49-F238E27FC236}">
                <a16:creationId xmlns:a16="http://schemas.microsoft.com/office/drawing/2014/main" id="{F95F931B-1738-4E61-90F9-76B9637538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005138"/>
            <a:ext cx="32004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defPPr>
            <a:lvl1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1pPr>
            <a:lvl2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2pPr>
            <a:lvl3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3pPr>
            <a:lvl4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4pPr>
            <a:lvl5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5pPr>
            <a:lvl6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6pPr>
            <a:lvl7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7pPr>
            <a:lvl8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8pPr>
            <a:lvl9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9pPr>
          </a:lstStyle>
          <a:p xmlns:a="http://schemas.openxmlformats.org/drawingml/2006/main">
            <a: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rPr>
              <a:t>Write down the bar</a:t>
            </a:r>
          </a:p>
        </p:txBody>
      </p:sp>
      <p:sp>
        <p:nvSpPr>
          <p:cNvPr id="5" name="text">
            <a:extLst xmlns:a="http://schemas.openxmlformats.org/drawingml/2006/main">
              <a:ext uri="{FF2B5EF4-FFF2-40B4-BE49-F238E27FC236}">
                <a16:creationId xmlns:a16="http://schemas.microsoft.com/office/drawing/2014/main" id="{8AF71D21-B931-4B21-918C-9E89979AFD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3005138"/>
            <a:ext cx="70485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defPPr>
            <a:lvl1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1pPr>
            <a:lvl2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2pPr>
            <a:lvl3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3pPr>
            <a:lvl4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4pPr>
            <a:lvl5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5pPr>
            <a:lvl6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6pPr>
            <a:lvl7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7pPr>
            <a:lvl8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8pPr>
            <a:lvl9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9pPr>
          </a:lstStyle>
          <a:p xmlns:a="http://schemas.openxmlformats.org/drawingml/2006/main">
            <a: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rPr>
              <a:t>Make quality expectations clear to people and AI.</a:t>
            </a:r>
          </a:p>
        </p:txBody>
      </p:sp>
      <p:sp>
        <p:nvSpPr>
          <p:cNvPr id="6" name="text">
            <a:extLst xmlns:a="http://schemas.openxmlformats.org/drawingml/2006/main">
              <a:ext uri="{FF2B5EF4-FFF2-40B4-BE49-F238E27FC236}">
                <a16:creationId xmlns:a16="http://schemas.microsoft.com/office/drawing/2014/main" id="{1825E5E8-D4EB-44D6-AD89-A925F8768C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919538"/>
            <a:ext cx="32004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defPPr>
            <a:lvl1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1pPr>
            <a:lvl2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2pPr>
            <a:lvl3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3pPr>
            <a:lvl4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4pPr>
            <a:lvl5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5pPr>
            <a:lvl6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6pPr>
            <a:lvl7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7pPr>
            <a:lvl8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8pPr>
            <a:lvl9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9pPr>
          </a:lstStyle>
          <a:p xmlns:a="http://schemas.openxmlformats.org/drawingml/2006/main">
            <a: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rPr>
              <a:t>Close the feedback loop</a:t>
            </a:r>
          </a:p>
        </p:txBody>
      </p:sp>
      <p:sp>
        <p:nvSpPr>
          <p:cNvPr id="7" name="text">
            <a:extLst xmlns:a="http://schemas.openxmlformats.org/drawingml/2006/main">
              <a:ext uri="{FF2B5EF4-FFF2-40B4-BE49-F238E27FC236}">
                <a16:creationId xmlns:a16="http://schemas.microsoft.com/office/drawing/2014/main" id="{C4024BBA-024E-4481-9CEF-89D70F3007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3919538"/>
            <a:ext cx="70485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defPPr>
            <a:lvl1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1pPr>
            <a:lvl2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2pPr>
            <a:lvl3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3pPr>
            <a:lvl4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4pPr>
            <a:lvl5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5pPr>
            <a:lvl6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6pPr>
            <a:lvl7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7pPr>
            <a:lvl8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8pPr>
            <a:lvl9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9pPr>
          </a:lstStyle>
          <a:p xmlns:a="http://schemas.openxmlformats.org/drawingml/2006/main">
            <a: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rPr>
              <a:t>Connect checks, evidence and fixes.</a:t>
            </a:r>
          </a:p>
        </p:txBody>
      </p:sp>
      <p:sp>
        <p:nvSpPr>
          <p:cNvPr id="8" name="text">
            <a:extLst xmlns:a="http://schemas.openxmlformats.org/drawingml/2006/main">
              <a:ext uri="{FF2B5EF4-FFF2-40B4-BE49-F238E27FC236}">
                <a16:creationId xmlns:a16="http://schemas.microsoft.com/office/drawing/2014/main" id="{A1BDD797-A15E-4594-8BEC-D8D6C4FAD7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833938"/>
            <a:ext cx="32004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defPPr>
            <a:lvl1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1pPr>
            <a:lvl2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2pPr>
            <a:lvl3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3pPr>
            <a:lvl4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4pPr>
            <a:lvl5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5pPr>
            <a:lvl6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6pPr>
            <a:lvl7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7pPr>
            <a:lvl8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8pPr>
            <a:lvl9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9pPr>
          </a:lstStyle>
          <a:p xmlns:a="http://schemas.openxmlformats.org/drawingml/2006/main">
            <a: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rPr>
              <a:t>Adapt the rollout</a:t>
            </a:r>
          </a:p>
        </p:txBody>
      </p:sp>
      <p:sp>
        <p:nvSpPr>
          <p:cNvPr id="9" name="text">
            <a:extLst xmlns:a="http://schemas.openxmlformats.org/drawingml/2006/main">
              <a:ext uri="{FF2B5EF4-FFF2-40B4-BE49-F238E27FC236}">
                <a16:creationId xmlns:a16="http://schemas.microsoft.com/office/drawing/2014/main" id="{2B769B3D-E98E-4356-A048-777B4EC444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4833938"/>
            <a:ext cx="70485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defPPr>
            <a:lvl1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1pPr>
            <a:lvl2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2pPr>
            <a:lvl3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3pPr>
            <a:lvl4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4pPr>
            <a:lvl5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5pPr>
            <a:lvl6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6pPr>
            <a:lvl7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7pPr>
            <a:lvl8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8pPr>
            <a:lvl9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9pPr>
          </a:lstStyle>
          <a:p xmlns:a="http://schemas.openxmlformats.org/drawingml/2006/main">
            <a: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rPr>
              <a:t>Choose tools and release rules that fit your team.</a:t>
            </a:r>
          </a:p>
        </p:txBody>
      </p:sp>
      <p:sp>
        <p:nvSpPr>
          <p:cNvPr id="10" name="text">
            <a:extLst xmlns:a="http://schemas.openxmlformats.org/drawingml/2006/main">
              <a:ext uri="{FF2B5EF4-FFF2-40B4-BE49-F238E27FC236}">
                <a16:creationId xmlns:a16="http://schemas.microsoft.com/office/drawing/2014/main" id="{FCE89B75-BBDC-4D99-B36A-14E15657B0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6067425"/>
            <a:ext cx="10572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17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defPPr>
            <a:lvl1pPr algn="l">
              <a:defRPr sz="17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1pPr>
            <a:lvl2pPr algn="l">
              <a:defRPr sz="17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2pPr>
            <a:lvl3pPr algn="l">
              <a:defRPr sz="17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3pPr>
            <a:lvl4pPr algn="l">
              <a:defRPr sz="17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4pPr>
            <a:lvl5pPr algn="l">
              <a:defRPr sz="17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5pPr>
            <a:lvl6pPr algn="l">
              <a:defRPr sz="17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6pPr>
            <a:lvl7pPr algn="l">
              <a:defRPr sz="17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7pPr>
            <a:lvl8pPr algn="l">
              <a:defRPr sz="17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8pPr>
            <a:lvl9pPr algn="l">
              <a:defRPr sz="17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9pPr>
          </a:lstStyle>
          <a:p xmlns:a="http://schemas.openxmlformats.org/drawingml/2006/main">
            <a:pPr algn="l">
              <a:defRPr sz="17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7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rPr>
              <a:t>Keep the principles. Adapt the implementation.</a:t>
            </a:r>
          </a:p>
        </p:txBody>
      </p:sp>
      <p:sp>
        <p:nvSpPr>
          <p:cNvPr id="11" name="Slide number">
            <a:extLst xmlns:a="http://schemas.openxmlformats.org/drawingml/2006/main">
              <a:ext uri="{FF2B5EF4-FFF2-40B4-BE49-F238E27FC236}">
                <a16:creationId xmlns:a16="http://schemas.microsoft.com/office/drawing/2014/main" id="{14E9427F-1B8C-4BB1-86B7-510F8D34F3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48425"/>
            <a:ext cx="523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defPPr>
            <a:lvl1pPr algn="l">
              <a:def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1pPr>
            <a:lvl2pPr algn="l">
              <a:def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2pPr>
            <a:lvl3pPr algn="l">
              <a:def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3pPr>
            <a:lvl4pPr algn="l">
              <a:def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4pPr>
            <a:lvl5pPr algn="l">
              <a:def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5pPr>
            <a:lvl6pPr algn="l">
              <a:def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6pPr>
            <a:lvl7pPr algn="l">
              <a:def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7pPr>
            <a:lvl8pPr algn="l">
              <a:def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8pPr>
            <a:lvl9pPr algn="l">
              <a:def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rPr>
              <a:t>31</a:t>
            </a:r>
          </a:p>
        </p:txBody>
      </p:sp>
    </p:spTree>
    <p:extLst>
      <p:ext uri="{BB962C8B-B14F-4D97-AF65-F5344CB8AC3E}">
        <p14:creationId xmlns:p14="http://schemas.microsoft.com/office/powerpoint/2010/main" val="1385658316"/>
      </p:ext>
    </p:extLst>
  </p:cSld>
</p:sld>
</file>

<file path=ppt/slides/slide32.xml><?xml version="1.0" encoding="utf-8"?>
<p:sld xmlns:p="http://schemas.openxmlformats.org/presentationml/2006/main">
  <p:cSld>
    <p:bg>
      <p:bgPr>
        <a:solidFill xmlns:a="http://schemas.openxmlformats.org/drawingml/2006/main">
          <a:srgbClr val="F5F2E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Title">
            <a:extLst xmlns:a="http://schemas.openxmlformats.org/drawingml/2006/main">
              <a:ext uri="{FF2B5EF4-FFF2-40B4-BE49-F238E27FC236}">
                <a16:creationId xmlns:a16="http://schemas.microsoft.com/office/drawing/2014/main" id="{4F03F747-F92A-4F89-AD00-BA64B6BE54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19125"/>
            <a:ext cx="106680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4050" b="0">
                <a:solidFill>
                  <a:srgbClr val="15181B"/>
                </a:solidFill>
                <a:latin typeface="Newsreader"/>
                <a:ea typeface="Newsreader"/>
                <a:cs typeface="Newsreader"/>
              </a:defRPr>
            </a:defPPr>
            <a:lvl1pPr algn="l">
              <a:defRPr sz="4050" b="0">
                <a:solidFill>
                  <a:srgbClr val="15181B"/>
                </a:solidFill>
                <a:latin typeface="Newsreader"/>
                <a:ea typeface="Newsreader"/>
                <a:cs typeface="Newsreader"/>
              </a:defRPr>
            </a:lvl1pPr>
            <a:lvl2pPr algn="l">
              <a:defRPr sz="4050" b="0">
                <a:solidFill>
                  <a:srgbClr val="15181B"/>
                </a:solidFill>
                <a:latin typeface="Newsreader"/>
                <a:ea typeface="Newsreader"/>
                <a:cs typeface="Newsreader"/>
              </a:defRPr>
            </a:lvl2pPr>
            <a:lvl3pPr algn="l">
              <a:defRPr sz="4050" b="0">
                <a:solidFill>
                  <a:srgbClr val="15181B"/>
                </a:solidFill>
                <a:latin typeface="Newsreader"/>
                <a:ea typeface="Newsreader"/>
                <a:cs typeface="Newsreader"/>
              </a:defRPr>
            </a:lvl3pPr>
            <a:lvl4pPr algn="l">
              <a:defRPr sz="4050" b="0">
                <a:solidFill>
                  <a:srgbClr val="15181B"/>
                </a:solidFill>
                <a:latin typeface="Newsreader"/>
                <a:ea typeface="Newsreader"/>
                <a:cs typeface="Newsreader"/>
              </a:defRPr>
            </a:lvl4pPr>
            <a:lvl5pPr algn="l">
              <a:defRPr sz="4050" b="0">
                <a:solidFill>
                  <a:srgbClr val="15181B"/>
                </a:solidFill>
                <a:latin typeface="Newsreader"/>
                <a:ea typeface="Newsreader"/>
                <a:cs typeface="Newsreader"/>
              </a:defRPr>
            </a:lvl5pPr>
            <a:lvl6pPr algn="l">
              <a:defRPr sz="4050" b="0">
                <a:solidFill>
                  <a:srgbClr val="15181B"/>
                </a:solidFill>
                <a:latin typeface="Newsreader"/>
                <a:ea typeface="Newsreader"/>
                <a:cs typeface="Newsreader"/>
              </a:defRPr>
            </a:lvl6pPr>
            <a:lvl7pPr algn="l">
              <a:defRPr sz="4050" b="0">
                <a:solidFill>
                  <a:srgbClr val="15181B"/>
                </a:solidFill>
                <a:latin typeface="Newsreader"/>
                <a:ea typeface="Newsreader"/>
                <a:cs typeface="Newsreader"/>
              </a:defRPr>
            </a:lvl7pPr>
            <a:lvl8pPr algn="l">
              <a:defRPr sz="4050" b="0">
                <a:solidFill>
                  <a:srgbClr val="15181B"/>
                </a:solidFill>
                <a:latin typeface="Newsreader"/>
                <a:ea typeface="Newsreader"/>
                <a:cs typeface="Newsreader"/>
              </a:defRPr>
            </a:lvl8pPr>
            <a:lvl9pPr algn="l">
              <a:defRPr sz="4050" b="0">
                <a:solidFill>
                  <a:srgbClr val="15181B"/>
                </a:solidFill>
                <a:latin typeface="Newsreader"/>
                <a:ea typeface="Newsreader"/>
                <a:cs typeface="Newsreader"/>
              </a:defRPr>
            </a:lvl9pPr>
          </a:lstStyle>
          <a:p xmlns:a="http://schemas.openxmlformats.org/drawingml/2006/main">
            <a:pPr algn="l">
              <a:defRPr sz="4050" b="0">
                <a:solidFill>
                  <a:srgbClr val="15181B"/>
                </a:solidFill>
                <a:latin typeface="Newsreader"/>
                <a:ea typeface="Newsreader"/>
                <a:cs typeface="Newsreader"/>
              </a:defRPr>
            </a:pPr>
            <a:r>
              <a:rPr sz="4050" b="0">
                <a:solidFill>
                  <a:srgbClr val="15181B"/>
                </a:solidFill>
                <a:latin typeface="Newsreader"/>
                <a:ea typeface="Newsreader"/>
                <a:cs typeface="Newsreader"/>
              </a:rPr>
              <a:t>Confidence in AI-assisted development</a:t>
            </a:r>
          </a:p>
        </p:txBody>
      </p:sp>
      <p:sp>
        <p:nvSpPr>
          <p:cNvPr id="2" name="text">
            <a:extLst xmlns:a="http://schemas.openxmlformats.org/drawingml/2006/main">
              <a:ext uri="{FF2B5EF4-FFF2-40B4-BE49-F238E27FC236}">
                <a16:creationId xmlns:a16="http://schemas.microsoft.com/office/drawing/2014/main" id="{85621C4F-5F6C-4462-9FAE-B7739559D8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581150"/>
            <a:ext cx="10477500" cy="695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225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defPPr>
            <a:lvl1pPr algn="l">
              <a:defRPr sz="225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1pPr>
            <a:lvl2pPr algn="l">
              <a:defRPr sz="225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2pPr>
            <a:lvl3pPr algn="l">
              <a:defRPr sz="225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3pPr>
            <a:lvl4pPr algn="l">
              <a:defRPr sz="225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4pPr>
            <a:lvl5pPr algn="l">
              <a:defRPr sz="225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5pPr>
            <a:lvl6pPr algn="l">
              <a:defRPr sz="225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6pPr>
            <a:lvl7pPr algn="l">
              <a:defRPr sz="225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7pPr>
            <a:lvl8pPr algn="l">
              <a:defRPr sz="225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8pPr>
            <a:lvl9pPr algn="l">
              <a:defRPr sz="225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9pPr>
          </a:lstStyle>
          <a:p xmlns:a="http://schemas.openxmlformats.org/drawingml/2006/main">
            <a:pPr algn="l">
              <a:defRPr sz="225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25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rPr>
              <a:t>Seven practices for mobile development. One continuous loop.</a:t>
            </a:r>
          </a:p>
        </p:txBody>
      </p:sp>
      <p:sp>
        <p:nvSpPr>
          <p:cNvPr id="3" name="text">
            <a:extLst xmlns:a="http://schemas.openxmlformats.org/drawingml/2006/main">
              <a:ext uri="{FF2B5EF4-FFF2-40B4-BE49-F238E27FC236}">
                <a16:creationId xmlns:a16="http://schemas.microsoft.com/office/drawing/2014/main" id="{9925611D-4DC1-422B-8040-33EBF8C2E8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486025"/>
            <a:ext cx="23431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18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defPPr>
            <a:lvl1pPr algn="l">
              <a:defRPr sz="18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1pPr>
            <a:lvl2pPr algn="l">
              <a:defRPr sz="18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2pPr>
            <a:lvl3pPr algn="l">
              <a:defRPr sz="18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3pPr>
            <a:lvl4pPr algn="l">
              <a:defRPr sz="18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4pPr>
            <a:lvl5pPr algn="l">
              <a:defRPr sz="18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5pPr>
            <a:lvl6pPr algn="l">
              <a:defRPr sz="18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6pPr>
            <a:lvl7pPr algn="l">
              <a:defRPr sz="18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7pPr>
            <a:lvl8pPr algn="l">
              <a:defRPr sz="18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8pPr>
            <a:lvl9pPr algn="l">
              <a:defRPr sz="18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9pPr>
          </a:lstStyle>
          <a:p xmlns:a="http://schemas.openxmlformats.org/drawingml/2006/main">
            <a:pPr algn="l">
              <a:defRPr sz="18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8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rPr>
              <a:t>Skills</a:t>
            </a:r>
          </a:p>
        </p:txBody>
      </p:sp>
      <p:sp>
        <p:nvSpPr>
          <p:cNvPr id="4" name="text">
            <a:extLst xmlns:a="http://schemas.openxmlformats.org/drawingml/2006/main">
              <a:ext uri="{FF2B5EF4-FFF2-40B4-BE49-F238E27FC236}">
                <a16:creationId xmlns:a16="http://schemas.microsoft.com/office/drawing/2014/main" id="{CE9E7AA2-4D2F-4D09-97B5-E70C93737A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2486025"/>
            <a:ext cx="6191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1800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defPPr>
            <a:lvl1pPr algn="l">
              <a:defRPr sz="1800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1pPr>
            <a:lvl2pPr algn="l">
              <a:defRPr sz="1800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2pPr>
            <a:lvl3pPr algn="l">
              <a:defRPr sz="1800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3pPr>
            <a:lvl4pPr algn="l">
              <a:defRPr sz="1800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4pPr>
            <a:lvl5pPr algn="l">
              <a:defRPr sz="1800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5pPr>
            <a:lvl6pPr algn="l">
              <a:defRPr sz="1800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6pPr>
            <a:lvl7pPr algn="l">
              <a:defRPr sz="1800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7pPr>
            <a:lvl8pPr algn="l">
              <a:defRPr sz="1800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8pPr>
            <a:lvl9pPr algn="l">
              <a:defRPr sz="1800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9pPr>
          </a:lstStyle>
          <a:p xmlns:a="http://schemas.openxmlformats.org/drawingml/2006/main">
            <a:pPr algn="l">
              <a:defRPr sz="1800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800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rPr>
              <a:t>Repeat good engineering habits.</a:t>
            </a:r>
          </a:p>
        </p:txBody>
      </p:sp>
      <p:sp>
        <p:nvSpPr>
          <p:cNvPr id="5" name="text">
            <a:extLst xmlns:a="http://schemas.openxmlformats.org/drawingml/2006/main">
              <a:ext uri="{FF2B5EF4-FFF2-40B4-BE49-F238E27FC236}">
                <a16:creationId xmlns:a16="http://schemas.microsoft.com/office/drawing/2014/main" id="{CC64E5D9-A3CB-4E1F-B635-92DEFDCCD9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962275"/>
            <a:ext cx="23431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18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defPPr>
            <a:lvl1pPr algn="l">
              <a:defRPr sz="18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1pPr>
            <a:lvl2pPr algn="l">
              <a:defRPr sz="18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2pPr>
            <a:lvl3pPr algn="l">
              <a:defRPr sz="18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3pPr>
            <a:lvl4pPr algn="l">
              <a:defRPr sz="18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4pPr>
            <a:lvl5pPr algn="l">
              <a:defRPr sz="18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5pPr>
            <a:lvl6pPr algn="l">
              <a:defRPr sz="18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6pPr>
            <a:lvl7pPr algn="l">
              <a:defRPr sz="18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7pPr>
            <a:lvl8pPr algn="l">
              <a:defRPr sz="18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8pPr>
            <a:lvl9pPr algn="l">
              <a:defRPr sz="18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9pPr>
          </a:lstStyle>
          <a:p xmlns:a="http://schemas.openxmlformats.org/drawingml/2006/main">
            <a:pPr algn="l">
              <a:defRPr sz="18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8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rPr>
              <a:t>Testing</a:t>
            </a:r>
          </a:p>
        </p:txBody>
      </p:sp>
      <p:sp>
        <p:nvSpPr>
          <p:cNvPr id="6" name="text">
            <a:extLst xmlns:a="http://schemas.openxmlformats.org/drawingml/2006/main">
              <a:ext uri="{FF2B5EF4-FFF2-40B4-BE49-F238E27FC236}">
                <a16:creationId xmlns:a16="http://schemas.microsoft.com/office/drawing/2014/main" id="{73B96444-1BEC-449D-831E-51504A11D7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2962275"/>
            <a:ext cx="6191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1800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defPPr>
            <a:lvl1pPr algn="l">
              <a:defRPr sz="1800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1pPr>
            <a:lvl2pPr algn="l">
              <a:defRPr sz="1800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2pPr>
            <a:lvl3pPr algn="l">
              <a:defRPr sz="1800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3pPr>
            <a:lvl4pPr algn="l">
              <a:defRPr sz="1800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4pPr>
            <a:lvl5pPr algn="l">
              <a:defRPr sz="1800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5pPr>
            <a:lvl6pPr algn="l">
              <a:defRPr sz="1800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6pPr>
            <a:lvl7pPr algn="l">
              <a:defRPr sz="1800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7pPr>
            <a:lvl8pPr algn="l">
              <a:defRPr sz="1800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8pPr>
            <a:lvl9pPr algn="l">
              <a:defRPr sz="1800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9pPr>
          </a:lstStyle>
          <a:p xmlns:a="http://schemas.openxmlformats.org/drawingml/2006/main">
            <a:pPr algn="l">
              <a:defRPr sz="1800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800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rPr>
              <a:t>Protect behaviour with regression checks.</a:t>
            </a:r>
          </a:p>
        </p:txBody>
      </p:sp>
      <p:sp>
        <p:nvSpPr>
          <p:cNvPr id="7" name="text">
            <a:extLst xmlns:a="http://schemas.openxmlformats.org/drawingml/2006/main">
              <a:ext uri="{FF2B5EF4-FFF2-40B4-BE49-F238E27FC236}">
                <a16:creationId xmlns:a16="http://schemas.microsoft.com/office/drawing/2014/main" id="{7240E81B-4A63-49D9-BAF7-EF1DCB3454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438525"/>
            <a:ext cx="23431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18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defPPr>
            <a:lvl1pPr algn="l">
              <a:defRPr sz="18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1pPr>
            <a:lvl2pPr algn="l">
              <a:defRPr sz="18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2pPr>
            <a:lvl3pPr algn="l">
              <a:defRPr sz="18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3pPr>
            <a:lvl4pPr algn="l">
              <a:defRPr sz="18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4pPr>
            <a:lvl5pPr algn="l">
              <a:defRPr sz="18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5pPr>
            <a:lvl6pPr algn="l">
              <a:defRPr sz="18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6pPr>
            <a:lvl7pPr algn="l">
              <a:defRPr sz="18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7pPr>
            <a:lvl8pPr algn="l">
              <a:defRPr sz="18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8pPr>
            <a:lvl9pPr algn="l">
              <a:defRPr sz="18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9pPr>
          </a:lstStyle>
          <a:p xmlns:a="http://schemas.openxmlformats.org/drawingml/2006/main">
            <a:pPr algn="l">
              <a:defRPr sz="18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8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rPr>
              <a:t>CI</a:t>
            </a:r>
          </a:p>
        </p:txBody>
      </p:sp>
      <p:sp>
        <p:nvSpPr>
          <p:cNvPr id="8" name="text">
            <a:extLst xmlns:a="http://schemas.openxmlformats.org/drawingml/2006/main">
              <a:ext uri="{FF2B5EF4-FFF2-40B4-BE49-F238E27FC236}">
                <a16:creationId xmlns:a16="http://schemas.microsoft.com/office/drawing/2014/main" id="{91C9A10A-892B-4051-BBD3-7AC918C8DC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3438525"/>
            <a:ext cx="6191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1800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defPPr>
            <a:lvl1pPr algn="l">
              <a:defRPr sz="1800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1pPr>
            <a:lvl2pPr algn="l">
              <a:defRPr sz="1800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2pPr>
            <a:lvl3pPr algn="l">
              <a:defRPr sz="1800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3pPr>
            <a:lvl4pPr algn="l">
              <a:defRPr sz="1800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4pPr>
            <a:lvl5pPr algn="l">
              <a:defRPr sz="1800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5pPr>
            <a:lvl6pPr algn="l">
              <a:defRPr sz="1800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6pPr>
            <a:lvl7pPr algn="l">
              <a:defRPr sz="1800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7pPr>
            <a:lvl8pPr algn="l">
              <a:defRPr sz="1800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8pPr>
            <a:lvl9pPr algn="l">
              <a:defRPr sz="1800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9pPr>
          </a:lstStyle>
          <a:p xmlns:a="http://schemas.openxmlformats.org/drawingml/2006/main">
            <a:pPr algn="l">
              <a:defRPr sz="1800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800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rPr>
              <a:t>Check every PR. Block failures until fixed.</a:t>
            </a:r>
          </a:p>
        </p:txBody>
      </p:sp>
      <p:sp>
        <p:nvSpPr>
          <p:cNvPr id="9" name="text">
            <a:extLst xmlns:a="http://schemas.openxmlformats.org/drawingml/2006/main">
              <a:ext uri="{FF2B5EF4-FFF2-40B4-BE49-F238E27FC236}">
                <a16:creationId xmlns:a16="http://schemas.microsoft.com/office/drawing/2014/main" id="{4D0200B7-33CB-4025-BC7E-9553456F37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914775"/>
            <a:ext cx="23431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18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defPPr>
            <a:lvl1pPr algn="l">
              <a:defRPr sz="18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1pPr>
            <a:lvl2pPr algn="l">
              <a:defRPr sz="18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2pPr>
            <a:lvl3pPr algn="l">
              <a:defRPr sz="18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3pPr>
            <a:lvl4pPr algn="l">
              <a:defRPr sz="18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4pPr>
            <a:lvl5pPr algn="l">
              <a:defRPr sz="18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5pPr>
            <a:lvl6pPr algn="l">
              <a:defRPr sz="18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6pPr>
            <a:lvl7pPr algn="l">
              <a:defRPr sz="18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7pPr>
            <a:lvl8pPr algn="l">
              <a:defRPr sz="18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8pPr>
            <a:lvl9pPr algn="l">
              <a:defRPr sz="18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9pPr>
          </a:lstStyle>
          <a:p xmlns:a="http://schemas.openxmlformats.org/drawingml/2006/main">
            <a:pPr algn="l">
              <a:defRPr sz="18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8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rPr>
              <a:t>Device verification</a:t>
            </a:r>
          </a:p>
        </p:txBody>
      </p:sp>
      <p:sp>
        <p:nvSpPr>
          <p:cNvPr id="10" name="text">
            <a:extLst xmlns:a="http://schemas.openxmlformats.org/drawingml/2006/main">
              <a:ext uri="{FF2B5EF4-FFF2-40B4-BE49-F238E27FC236}">
                <a16:creationId xmlns:a16="http://schemas.microsoft.com/office/drawing/2014/main" id="{4B069DCF-E9B2-4F1D-8307-DE5988CF6B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3914775"/>
            <a:ext cx="6191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1800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defPPr>
            <a:lvl1pPr algn="l">
              <a:defRPr sz="1800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1pPr>
            <a:lvl2pPr algn="l">
              <a:defRPr sz="1800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2pPr>
            <a:lvl3pPr algn="l">
              <a:defRPr sz="1800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3pPr>
            <a:lvl4pPr algn="l">
              <a:defRPr sz="1800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4pPr>
            <a:lvl5pPr algn="l">
              <a:defRPr sz="1800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5pPr>
            <a:lvl6pPr algn="l">
              <a:defRPr sz="1800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6pPr>
            <a:lvl7pPr algn="l">
              <a:defRPr sz="1800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7pPr>
            <a:lvl8pPr algn="l">
              <a:defRPr sz="1800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8pPr>
            <a:lvl9pPr algn="l">
              <a:defRPr sz="1800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9pPr>
          </a:lstStyle>
          <a:p xmlns:a="http://schemas.openxmlformats.org/drawingml/2006/main">
            <a:pPr algn="l">
              <a:defRPr sz="1800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800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rPr>
              <a:t>Maestro smoke and nightly checks. Video evidence.</a:t>
            </a:r>
          </a:p>
        </p:txBody>
      </p:sp>
      <p:sp>
        <p:nvSpPr>
          <p:cNvPr id="11" name="text">
            <a:extLst xmlns:a="http://schemas.openxmlformats.org/drawingml/2006/main">
              <a:ext uri="{FF2B5EF4-FFF2-40B4-BE49-F238E27FC236}">
                <a16:creationId xmlns:a16="http://schemas.microsoft.com/office/drawing/2014/main" id="{53BB0799-C530-4C57-A9A1-2331955759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391025"/>
            <a:ext cx="23431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18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defPPr>
            <a:lvl1pPr algn="l">
              <a:defRPr sz="18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1pPr>
            <a:lvl2pPr algn="l">
              <a:defRPr sz="18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2pPr>
            <a:lvl3pPr algn="l">
              <a:defRPr sz="18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3pPr>
            <a:lvl4pPr algn="l">
              <a:defRPr sz="18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4pPr>
            <a:lvl5pPr algn="l">
              <a:defRPr sz="18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5pPr>
            <a:lvl6pPr algn="l">
              <a:defRPr sz="18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6pPr>
            <a:lvl7pPr algn="l">
              <a:defRPr sz="18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7pPr>
            <a:lvl8pPr algn="l">
              <a:defRPr sz="18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8pPr>
            <a:lvl9pPr algn="l">
              <a:defRPr sz="18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9pPr>
          </a:lstStyle>
          <a:p xmlns:a="http://schemas.openxmlformats.org/drawingml/2006/main">
            <a:pPr algn="l">
              <a:defRPr sz="18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8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rPr>
              <a:t>AI reviewers</a:t>
            </a:r>
          </a:p>
        </p:txBody>
      </p:sp>
      <p:sp>
        <p:nvSpPr>
          <p:cNvPr id="12" name="text">
            <a:extLst xmlns:a="http://schemas.openxmlformats.org/drawingml/2006/main">
              <a:ext uri="{FF2B5EF4-FFF2-40B4-BE49-F238E27FC236}">
                <a16:creationId xmlns:a16="http://schemas.microsoft.com/office/drawing/2014/main" id="{30925419-67FA-4700-A833-B560F366E7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4391025"/>
            <a:ext cx="6191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1800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defPPr>
            <a:lvl1pPr algn="l">
              <a:defRPr sz="1800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1pPr>
            <a:lvl2pPr algn="l">
              <a:defRPr sz="1800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2pPr>
            <a:lvl3pPr algn="l">
              <a:defRPr sz="1800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3pPr>
            <a:lvl4pPr algn="l">
              <a:defRPr sz="1800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4pPr>
            <a:lvl5pPr algn="l">
              <a:defRPr sz="1800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5pPr>
            <a:lvl6pPr algn="l">
              <a:defRPr sz="1800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6pPr>
            <a:lvl7pPr algn="l">
              <a:defRPr sz="1800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7pPr>
            <a:lvl8pPr algn="l">
              <a:defRPr sz="1800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8pPr>
            <a:lvl9pPr algn="l">
              <a:defRPr sz="1800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9pPr>
          </a:lstStyle>
          <a:p xmlns:a="http://schemas.openxmlformats.org/drawingml/2006/main">
            <a:pPr algn="l">
              <a:defRPr sz="1800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800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rPr>
              <a:t>Mobile guidelines. Evaluate feedback. Fix valid issues.</a:t>
            </a:r>
          </a:p>
        </p:txBody>
      </p:sp>
      <p:sp>
        <p:nvSpPr>
          <p:cNvPr id="13" name="text">
            <a:extLst xmlns:a="http://schemas.openxmlformats.org/drawingml/2006/main">
              <a:ext uri="{FF2B5EF4-FFF2-40B4-BE49-F238E27FC236}">
                <a16:creationId xmlns:a16="http://schemas.microsoft.com/office/drawing/2014/main" id="{13DFB5C6-F52B-4FA7-BEA0-F87345FE75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867275"/>
            <a:ext cx="23431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18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defPPr>
            <a:lvl1pPr algn="l">
              <a:defRPr sz="18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1pPr>
            <a:lvl2pPr algn="l">
              <a:defRPr sz="18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2pPr>
            <a:lvl3pPr algn="l">
              <a:defRPr sz="18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3pPr>
            <a:lvl4pPr algn="l">
              <a:defRPr sz="18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4pPr>
            <a:lvl5pPr algn="l">
              <a:defRPr sz="18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5pPr>
            <a:lvl6pPr algn="l">
              <a:defRPr sz="18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6pPr>
            <a:lvl7pPr algn="l">
              <a:defRPr sz="18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7pPr>
            <a:lvl8pPr algn="l">
              <a:defRPr sz="18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8pPr>
            <a:lvl9pPr algn="l">
              <a:defRPr sz="18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9pPr>
          </a:lstStyle>
          <a:p xmlns:a="http://schemas.openxmlformats.org/drawingml/2006/main">
            <a:pPr algn="l">
              <a:defRPr sz="18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8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rPr>
              <a:t>Sentry</a:t>
            </a:r>
          </a:p>
        </p:txBody>
      </p:sp>
      <p:sp>
        <p:nvSpPr>
          <p:cNvPr id="14" name="text">
            <a:extLst xmlns:a="http://schemas.openxmlformats.org/drawingml/2006/main">
              <a:ext uri="{FF2B5EF4-FFF2-40B4-BE49-F238E27FC236}">
                <a16:creationId xmlns:a16="http://schemas.microsoft.com/office/drawing/2014/main" id="{A6BAA4DD-1486-488B-8F66-0B3485E4DD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4867275"/>
            <a:ext cx="6191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1800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defPPr>
            <a:lvl1pPr algn="l">
              <a:defRPr sz="1800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1pPr>
            <a:lvl2pPr algn="l">
              <a:defRPr sz="1800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2pPr>
            <a:lvl3pPr algn="l">
              <a:defRPr sz="1800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3pPr>
            <a:lvl4pPr algn="l">
              <a:defRPr sz="1800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4pPr>
            <a:lvl5pPr algn="l">
              <a:defRPr sz="1800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5pPr>
            <a:lvl6pPr algn="l">
              <a:defRPr sz="1800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6pPr>
            <a:lvl7pPr algn="l">
              <a:defRPr sz="1800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7pPr>
            <a:lvl8pPr algn="l">
              <a:defRPr sz="1800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8pPr>
            <a:lvl9pPr algn="l">
              <a:defRPr sz="1800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9pPr>
          </a:lstStyle>
          <a:p xmlns:a="http://schemas.openxmlformats.org/drawingml/2006/main">
            <a:pPr algn="l">
              <a:defRPr sz="1800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800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rPr>
              <a:t>Turn production issues into regression checks.</a:t>
            </a:r>
          </a:p>
        </p:txBody>
      </p:sp>
      <p:sp>
        <p:nvSpPr>
          <p:cNvPr id="15" name="text">
            <a:extLst xmlns:a="http://schemas.openxmlformats.org/drawingml/2006/main">
              <a:ext uri="{FF2B5EF4-FFF2-40B4-BE49-F238E27FC236}">
                <a16:creationId xmlns:a16="http://schemas.microsoft.com/office/drawing/2014/main" id="{E2F19A11-4C85-474C-9517-E998386FA3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343525"/>
            <a:ext cx="23431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18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defPPr>
            <a:lvl1pPr algn="l">
              <a:defRPr sz="18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1pPr>
            <a:lvl2pPr algn="l">
              <a:defRPr sz="18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2pPr>
            <a:lvl3pPr algn="l">
              <a:defRPr sz="18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3pPr>
            <a:lvl4pPr algn="l">
              <a:defRPr sz="18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4pPr>
            <a:lvl5pPr algn="l">
              <a:defRPr sz="18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5pPr>
            <a:lvl6pPr algn="l">
              <a:defRPr sz="18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6pPr>
            <a:lvl7pPr algn="l">
              <a:defRPr sz="18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7pPr>
            <a:lvl8pPr algn="l">
              <a:defRPr sz="18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8pPr>
            <a:lvl9pPr algn="l">
              <a:defRPr sz="18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lvl9pPr>
          </a:lstStyle>
          <a:p xmlns:a="http://schemas.openxmlformats.org/drawingml/2006/main">
            <a:pPr algn="l">
              <a:defRPr sz="18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8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rPr>
              <a:t>Delivery</a:t>
            </a:r>
          </a:p>
        </p:txBody>
      </p:sp>
      <p:sp>
        <p:nvSpPr>
          <p:cNvPr id="16" name="text">
            <a:extLst xmlns:a="http://schemas.openxmlformats.org/drawingml/2006/main">
              <a:ext uri="{FF2B5EF4-FFF2-40B4-BE49-F238E27FC236}">
                <a16:creationId xmlns:a16="http://schemas.microsoft.com/office/drawing/2014/main" id="{0A05E567-8215-4324-B41A-2C4FD2B384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5343525"/>
            <a:ext cx="6191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1800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defPPr>
            <a:lvl1pPr algn="l">
              <a:defRPr sz="1800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1pPr>
            <a:lvl2pPr algn="l">
              <a:defRPr sz="1800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2pPr>
            <a:lvl3pPr algn="l">
              <a:defRPr sz="1800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3pPr>
            <a:lvl4pPr algn="l">
              <a:defRPr sz="1800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4pPr>
            <a:lvl5pPr algn="l">
              <a:defRPr sz="1800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5pPr>
            <a:lvl6pPr algn="l">
              <a:defRPr sz="1800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6pPr>
            <a:lvl7pPr algn="l">
              <a:defRPr sz="1800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7pPr>
            <a:lvl8pPr algn="l">
              <a:defRPr sz="1800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8pPr>
            <a:lvl9pPr algn="l">
              <a:defRPr sz="1800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lvl9pPr>
          </a:lstStyle>
          <a:p xmlns:a="http://schemas.openxmlformats.org/drawingml/2006/main">
            <a:pPr algn="l">
              <a:defRPr sz="1800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800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rPr>
              <a:t>Canary on merge. Nightly beta. Feature flags.</a:t>
            </a:r>
          </a:p>
        </p:txBody>
      </p:sp>
      <p:pic>
        <p:nvPic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34C3BF0-B87D-4031-A0E9-436B7DA0A3B6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708e7f287a14588"/>
          <a:stretch xmlns:a="http://schemas.openxmlformats.org/drawingml/2006/main"/>
        </p:blipFill>
        <p:spPr>
          <a:xfrm xmlns:a="http://schemas.openxmlformats.org/drawingml/2006/main">
            <a:off x="9525000" y="3095625"/>
            <a:ext cx="1905000" cy="1905000"/>
          </a:xfrm>
          <a:prstGeom xmlns:a="http://schemas.openxmlformats.org/drawingml/2006/main" prst="rect">
            <a:avLst/>
          </a:prstGeom>
        </p:spPr>
      </p:pic>
      <p:sp>
        <p:nvSpPr>
          <p:cNvPr id="18" name="Share page">
            <a:extLst xmlns:a="http://schemas.openxmlformats.org/drawingml/2006/main">
              <a:ext uri="{FF2B5EF4-FFF2-40B4-BE49-F238E27FC236}">
                <a16:creationId xmlns:a16="http://schemas.microsoft.com/office/drawing/2014/main" id="{728970CA-F724-49A3-A55E-A8FFB91A4B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5124450"/>
            <a:ext cx="2286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ctr">
              <a:defRPr sz="157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defPPr>
            <a:lvl1pPr algn="ctr">
              <a:defRPr sz="157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1pPr>
            <a:lvl2pPr algn="ctr">
              <a:defRPr sz="157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2pPr>
            <a:lvl3pPr algn="ctr">
              <a:defRPr sz="157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3pPr>
            <a:lvl4pPr algn="ctr">
              <a:defRPr sz="157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4pPr>
            <a:lvl5pPr algn="ctr">
              <a:defRPr sz="157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5pPr>
            <a:lvl6pPr algn="ctr">
              <a:defRPr sz="157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6pPr>
            <a:lvl7pPr algn="ctr">
              <a:defRPr sz="157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7pPr>
            <a:lvl8pPr algn="ctr">
              <a:defRPr sz="157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8pPr>
            <a:lvl9pPr algn="ctr">
              <a:defRPr sz="157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9pPr>
          </a:lstStyle>
          <a:p xmlns:a="http://schemas.openxmlformats.org/drawingml/2006/main">
            <a:pPr algn="ctr">
              <a:defRPr sz="157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57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rPr>
              <a:t>MrAdib.com/@</a:t>
            </a:r>
          </a:p>
        </p:txBody>
      </p:sp>
      <p:sp>
        <p:nvSpPr>
          <p:cNvPr id="19" name="text">
            <a:extLst xmlns:a="http://schemas.openxmlformats.org/drawingml/2006/main">
              <a:ext uri="{FF2B5EF4-FFF2-40B4-BE49-F238E27FC236}">
                <a16:creationId xmlns:a16="http://schemas.microsoft.com/office/drawing/2014/main" id="{C3D5DEAA-8C60-4467-8945-A487E3B854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905500"/>
            <a:ext cx="10572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17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defPPr>
            <a:lvl1pPr algn="l">
              <a:defRPr sz="17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1pPr>
            <a:lvl2pPr algn="l">
              <a:defRPr sz="17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2pPr>
            <a:lvl3pPr algn="l">
              <a:defRPr sz="17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3pPr>
            <a:lvl4pPr algn="l">
              <a:defRPr sz="17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4pPr>
            <a:lvl5pPr algn="l">
              <a:defRPr sz="17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5pPr>
            <a:lvl6pPr algn="l">
              <a:defRPr sz="17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6pPr>
            <a:lvl7pPr algn="l">
              <a:defRPr sz="17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7pPr>
            <a:lvl8pPr algn="l">
              <a:defRPr sz="17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8pPr>
            <a:lvl9pPr algn="l">
              <a:defRPr sz="17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9pPr>
          </a:lstStyle>
          <a:p xmlns:a="http://schemas.openxmlformats.org/drawingml/2006/main">
            <a:pPr algn="l">
              <a:defRPr sz="17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7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rPr>
              <a:t>Less repetitive QA. More confidence. Faster delivery.</a:t>
            </a:r>
          </a:p>
          <a:p xmlns:a="http://schemas.openxmlformats.org/drawingml/2006/main">
            <a:pPr algn="l">
              <a:defRPr sz="17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7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rPr>
              <a:t>John Adib · MrAdib.com</a:t>
            </a:r>
          </a:p>
        </p:txBody>
      </p:sp>
      <p:sp>
        <p:nvSpPr>
          <p:cNvPr id="20" name="Slide number">
            <a:extLst xmlns:a="http://schemas.openxmlformats.org/drawingml/2006/main">
              <a:ext uri="{FF2B5EF4-FFF2-40B4-BE49-F238E27FC236}">
                <a16:creationId xmlns:a16="http://schemas.microsoft.com/office/drawing/2014/main" id="{529E3D22-C73F-4D7C-A04C-8F90E64A18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48425"/>
            <a:ext cx="523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defPPr>
            <a:lvl1pPr algn="l">
              <a:def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1pPr>
            <a:lvl2pPr algn="l">
              <a:def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2pPr>
            <a:lvl3pPr algn="l">
              <a:def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3pPr>
            <a:lvl4pPr algn="l">
              <a:def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4pPr>
            <a:lvl5pPr algn="l">
              <a:def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5pPr>
            <a:lvl6pPr algn="l">
              <a:def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6pPr>
            <a:lvl7pPr algn="l">
              <a:def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7pPr>
            <a:lvl8pPr algn="l">
              <a:def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8pPr>
            <a:lvl9pPr algn="l">
              <a:def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rPr>
              <a:t>32</a:t>
            </a:r>
          </a:p>
        </p:txBody>
      </p:sp>
    </p:spTree>
    <p:extLst>
      <p:ext uri="{BB962C8B-B14F-4D97-AF65-F5344CB8AC3E}">
        <p14:creationId xmlns:p14="http://schemas.microsoft.com/office/powerpoint/2010/main" val="63420894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2026-10-22T11:45:07.2980000Z</dcterms:created>
  <dcterms:modified xsi:type="dcterms:W3CDTF">2026-10-22T11:45:07.2980000Z</dcterms:modified>
</coreProperties>
</file>