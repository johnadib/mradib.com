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89a66a0ad34326" /><Relationship Type="http://schemas.openxmlformats.org/officeDocument/2006/relationships/extended-properties" Target="/docProps/app.xml" Id="R4122671154494a3e" /><Relationship Type="http://schemas.openxmlformats.org/officeDocument/2006/relationships/officeDocument" Target="/ppt/presentation.xml" Id="R43be07710d7d49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51bd357d2d481e"/>
  </p:sldMasterIdLst>
  <p:notesMasterIdLst>
    <p:notesMasterId xmlns:r="http://schemas.openxmlformats.org/officeDocument/2006/relationships" r:id="Reebfd202356d43e7"/>
  </p:notesMasterIdLst>
  <p:sldIdLst>
    <p:sldId xmlns:r="http://schemas.openxmlformats.org/officeDocument/2006/relationships" id="256" r:id="Re25477a03ba44b01"/>
    <p:sldId xmlns:r="http://schemas.openxmlformats.org/officeDocument/2006/relationships" id="257" r:id="Rac461b38a33049ef"/>
    <p:sldId xmlns:r="http://schemas.openxmlformats.org/officeDocument/2006/relationships" id="258" r:id="R351bf710a2b74b07"/>
    <p:sldId xmlns:r="http://schemas.openxmlformats.org/officeDocument/2006/relationships" id="259" r:id="R4c194e8b3fc047f6"/>
    <p:sldId xmlns:r="http://schemas.openxmlformats.org/officeDocument/2006/relationships" id="260" r:id="R6711d082f1ba4eda"/>
    <p:sldId xmlns:r="http://schemas.openxmlformats.org/officeDocument/2006/relationships" id="261" r:id="Rd2e9bed6ff734a57"/>
    <p:sldId xmlns:r="http://schemas.openxmlformats.org/officeDocument/2006/relationships" id="262" r:id="R0727ae5c9937427f"/>
    <p:sldId xmlns:r="http://schemas.openxmlformats.org/officeDocument/2006/relationships" id="263" r:id="Rf0f7fd43e47f466c"/>
    <p:sldId xmlns:r="http://schemas.openxmlformats.org/officeDocument/2006/relationships" id="264" r:id="Rb6463a324a7644bb"/>
    <p:sldId xmlns:r="http://schemas.openxmlformats.org/officeDocument/2006/relationships" id="265" r:id="R9cd8eb36af034634"/>
    <p:sldId xmlns:r="http://schemas.openxmlformats.org/officeDocument/2006/relationships" id="266" r:id="R33ebe7f3449b4380"/>
    <p:sldId xmlns:r="http://schemas.openxmlformats.org/officeDocument/2006/relationships" id="267" r:id="R75e9449370eb4eeb"/>
    <p:sldId xmlns:r="http://schemas.openxmlformats.org/officeDocument/2006/relationships" id="268" r:id="R3e1fa14f66154ccc"/>
    <p:sldId xmlns:r="http://schemas.openxmlformats.org/officeDocument/2006/relationships" id="269" r:id="Rf5ff9d743ba3426e"/>
    <p:sldId xmlns:r="http://schemas.openxmlformats.org/officeDocument/2006/relationships" id="270" r:id="R88178b01287a4e89"/>
    <p:sldId xmlns:r="http://schemas.openxmlformats.org/officeDocument/2006/relationships" id="271" r:id="R730e329429234180"/>
    <p:sldId xmlns:r="http://schemas.openxmlformats.org/officeDocument/2006/relationships" id="272" r:id="R6250d955650a4abc"/>
    <p:sldId xmlns:r="http://schemas.openxmlformats.org/officeDocument/2006/relationships" id="273" r:id="R341b4b4150a04c1e"/>
    <p:sldId xmlns:r="http://schemas.openxmlformats.org/officeDocument/2006/relationships" id="274" r:id="R117e18d2f3854dfe"/>
    <p:sldId xmlns:r="http://schemas.openxmlformats.org/officeDocument/2006/relationships" id="275" r:id="R122bd97844004f8b"/>
    <p:sldId xmlns:r="http://schemas.openxmlformats.org/officeDocument/2006/relationships" id="276" r:id="Rd388817816cf4184"/>
    <p:sldId xmlns:r="http://schemas.openxmlformats.org/officeDocument/2006/relationships" id="277" r:id="Ra7cb136ad8804fb8"/>
    <p:sldId xmlns:r="http://schemas.openxmlformats.org/officeDocument/2006/relationships" id="278" r:id="Rfaf8c9477ff147a0"/>
    <p:sldId xmlns:r="http://schemas.openxmlformats.org/officeDocument/2006/relationships" id="279" r:id="R704f183b324647db"/>
    <p:sldId xmlns:r="http://schemas.openxmlformats.org/officeDocument/2006/relationships" id="280" r:id="R06870e384bd141c9"/>
    <p:sldId xmlns:r="http://schemas.openxmlformats.org/officeDocument/2006/relationships" id="281" r:id="R97deaa1aa168425e"/>
    <p:sldId xmlns:r="http://schemas.openxmlformats.org/officeDocument/2006/relationships" id="282" r:id="Rfa6537dd70254785"/>
    <p:sldId xmlns:r="http://schemas.openxmlformats.org/officeDocument/2006/relationships" id="283" r:id="R240836cc260f4a33"/>
    <p:sldId xmlns:r="http://schemas.openxmlformats.org/officeDocument/2006/relationships" id="284" r:id="R721d2be0825f4234"/>
    <p:sldId xmlns:r="http://schemas.openxmlformats.org/officeDocument/2006/relationships" id="285" r:id="R473600a7bb79486e"/>
    <p:sldId xmlns:r="http://schemas.openxmlformats.org/officeDocument/2006/relationships" id="286" r:id="Re9b7e751b171410c"/>
    <p:sldId xmlns:r="http://schemas.openxmlformats.org/officeDocument/2006/relationships" id="287" r:id="R0347c5d7057a40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39d8860ff242aa" /><Relationship Type="http://schemas.openxmlformats.org/officeDocument/2006/relationships/slideMaster" Target="/ppt/slideMasters/slideMaster1.xml" Id="R6451bd357d2d481e" /><Relationship Type="http://schemas.openxmlformats.org/officeDocument/2006/relationships/notesMaster" Target="/ppt/notesMasters/notesMaster1.xml" Id="Reebfd202356d43e7" /><Relationship Type="http://schemas.openxmlformats.org/officeDocument/2006/relationships/presProps" Target="/ppt/presProps.xml" Id="R6f42ab954b8c4f58" /><Relationship Type="http://schemas.openxmlformats.org/officeDocument/2006/relationships/tableStyles" Target="/ppt/tableStyles.xml" Id="R9948da4b16474304" /><Relationship Type="http://schemas.openxmlformats.org/officeDocument/2006/relationships/slide" Target="/ppt/slides/slide1.xml" Id="Re25477a03ba44b01" /><Relationship Type="http://schemas.openxmlformats.org/officeDocument/2006/relationships/slide" Target="/ppt/slides/slide2.xml" Id="Rac461b38a33049ef" /><Relationship Type="http://schemas.openxmlformats.org/officeDocument/2006/relationships/slide" Target="/ppt/slides/slide3.xml" Id="R351bf710a2b74b07" /><Relationship Type="http://schemas.openxmlformats.org/officeDocument/2006/relationships/slide" Target="/ppt/slides/slide4.xml" Id="R4c194e8b3fc047f6" /><Relationship Type="http://schemas.openxmlformats.org/officeDocument/2006/relationships/slide" Target="/ppt/slides/slide5.xml" Id="R6711d082f1ba4eda" /><Relationship Type="http://schemas.openxmlformats.org/officeDocument/2006/relationships/slide" Target="/ppt/slides/slide6.xml" Id="Rd2e9bed6ff734a57" /><Relationship Type="http://schemas.openxmlformats.org/officeDocument/2006/relationships/slide" Target="/ppt/slides/slide7.xml" Id="R0727ae5c9937427f" /><Relationship Type="http://schemas.openxmlformats.org/officeDocument/2006/relationships/slide" Target="/ppt/slides/slide8.xml" Id="Rf0f7fd43e47f466c" /><Relationship Type="http://schemas.openxmlformats.org/officeDocument/2006/relationships/slide" Target="/ppt/slides/slide9.xml" Id="Rb6463a324a7644bb" /><Relationship Type="http://schemas.openxmlformats.org/officeDocument/2006/relationships/slide" Target="/ppt/slides/slide10.xml" Id="R9cd8eb36af034634" /><Relationship Type="http://schemas.openxmlformats.org/officeDocument/2006/relationships/slide" Target="/ppt/slides/slide11.xml" Id="R33ebe7f3449b4380" /><Relationship Type="http://schemas.openxmlformats.org/officeDocument/2006/relationships/slide" Target="/ppt/slides/slide12.xml" Id="R75e9449370eb4eeb" /><Relationship Type="http://schemas.openxmlformats.org/officeDocument/2006/relationships/slide" Target="/ppt/slides/slide13.xml" Id="R3e1fa14f66154ccc" /><Relationship Type="http://schemas.openxmlformats.org/officeDocument/2006/relationships/slide" Target="/ppt/slides/slide14.xml" Id="Rf5ff9d743ba3426e" /><Relationship Type="http://schemas.openxmlformats.org/officeDocument/2006/relationships/slide" Target="/ppt/slides/slide15.xml" Id="R88178b01287a4e89" /><Relationship Type="http://schemas.openxmlformats.org/officeDocument/2006/relationships/slide" Target="/ppt/slides/slide16.xml" Id="R730e329429234180" /><Relationship Type="http://schemas.openxmlformats.org/officeDocument/2006/relationships/slide" Target="/ppt/slides/slide17.xml" Id="R6250d955650a4abc" /><Relationship Type="http://schemas.openxmlformats.org/officeDocument/2006/relationships/slide" Target="/ppt/slides/slide18.xml" Id="R341b4b4150a04c1e" /><Relationship Type="http://schemas.openxmlformats.org/officeDocument/2006/relationships/slide" Target="/ppt/slides/slide19.xml" Id="R117e18d2f3854dfe" /><Relationship Type="http://schemas.openxmlformats.org/officeDocument/2006/relationships/slide" Target="/ppt/slides/slide20.xml" Id="R122bd97844004f8b" /><Relationship Type="http://schemas.openxmlformats.org/officeDocument/2006/relationships/slide" Target="/ppt/slides/slide21.xml" Id="Rd388817816cf4184" /><Relationship Type="http://schemas.openxmlformats.org/officeDocument/2006/relationships/slide" Target="/ppt/slides/slide22.xml" Id="Ra7cb136ad8804fb8" /><Relationship Type="http://schemas.openxmlformats.org/officeDocument/2006/relationships/slide" Target="/ppt/slides/slide23.xml" Id="Rfaf8c9477ff147a0" /><Relationship Type="http://schemas.openxmlformats.org/officeDocument/2006/relationships/slide" Target="/ppt/slides/slide24.xml" Id="R704f183b324647db" /><Relationship Type="http://schemas.openxmlformats.org/officeDocument/2006/relationships/slide" Target="/ppt/slides/slide25.xml" Id="R06870e384bd141c9" /><Relationship Type="http://schemas.openxmlformats.org/officeDocument/2006/relationships/slide" Target="/ppt/slides/slide26.xml" Id="R97deaa1aa168425e" /><Relationship Type="http://schemas.openxmlformats.org/officeDocument/2006/relationships/slide" Target="/ppt/slides/slide27.xml" Id="Rfa6537dd70254785" /><Relationship Type="http://schemas.openxmlformats.org/officeDocument/2006/relationships/slide" Target="/ppt/slides/slide28.xml" Id="R240836cc260f4a33" /><Relationship Type="http://schemas.openxmlformats.org/officeDocument/2006/relationships/slide" Target="/ppt/slides/slide29.xml" Id="R721d2be0825f4234" /><Relationship Type="http://schemas.openxmlformats.org/officeDocument/2006/relationships/slide" Target="/ppt/slides/slide30.xml" Id="R473600a7bb79486e" /><Relationship Type="http://schemas.openxmlformats.org/officeDocument/2006/relationships/slide" Target="/ppt/slides/slide31.xml" Id="Re9b7e751b171410c" /><Relationship Type="http://schemas.openxmlformats.org/officeDocument/2006/relationships/slide" Target="/ppt/slides/slide32.xml" Id="R0347c5d7057a40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55f7901c7244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d00d8bdf0f4c8b" /><Relationship Type="http://schemas.openxmlformats.org/officeDocument/2006/relationships/notesMaster" Target="/ppt/notesMasters/notesMaster1.xml" Id="R17f9e2deb96546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059a2ebd54437c" /><Relationship Type="http://schemas.openxmlformats.org/officeDocument/2006/relationships/notesMaster" Target="/ppt/notesMasters/notesMaster1.xml" Id="R4334e34d13714b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f6bcbf13224550" /><Relationship Type="http://schemas.openxmlformats.org/officeDocument/2006/relationships/notesMaster" Target="/ppt/notesMasters/notesMaster1.xml" Id="Racf50ba229be41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451300107e4511" /><Relationship Type="http://schemas.openxmlformats.org/officeDocument/2006/relationships/notesMaster" Target="/ppt/notesMasters/notesMaster1.xml" Id="R7d61f4dbc30a42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c2dd1b704d469d" /><Relationship Type="http://schemas.openxmlformats.org/officeDocument/2006/relationships/notesMaster" Target="/ppt/notesMasters/notesMaster1.xml" Id="R1b5a391bc91348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2e5ea272a24df2" /><Relationship Type="http://schemas.openxmlformats.org/officeDocument/2006/relationships/notesMaster" Target="/ppt/notesMasters/notesMaster1.xml" Id="R933976ba73f143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2177fb80a84b22" /><Relationship Type="http://schemas.openxmlformats.org/officeDocument/2006/relationships/notesMaster" Target="/ppt/notesMasters/notesMaster1.xml" Id="Redf793b3b10e49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4f933b9f5f486d" /><Relationship Type="http://schemas.openxmlformats.org/officeDocument/2006/relationships/notesMaster" Target="/ppt/notesMasters/notesMaster1.xml" Id="Rfa63f139fef748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2cbd8cf9204e1b" /><Relationship Type="http://schemas.openxmlformats.org/officeDocument/2006/relationships/notesMaster" Target="/ppt/notesMasters/notesMaster1.xml" Id="R11347de847d74c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12ccce7a884f22" /><Relationship Type="http://schemas.openxmlformats.org/officeDocument/2006/relationships/notesMaster" Target="/ppt/notesMasters/notesMaster1.xml" Id="Rda04475d03d845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a928b005044f36" /><Relationship Type="http://schemas.openxmlformats.org/officeDocument/2006/relationships/notesMaster" Target="/ppt/notesMasters/notesMaster1.xml" Id="Re47b0f80495a44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7c81fd469dd44d9" /><Relationship Type="http://schemas.openxmlformats.org/officeDocument/2006/relationships/notesMaster" Target="/ppt/notesMasters/notesMaster1.xml" Id="R9afd4993a9724a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e2f55073d9414e" /><Relationship Type="http://schemas.openxmlformats.org/officeDocument/2006/relationships/notesMaster" Target="/ppt/notesMasters/notesMaster1.xml" Id="R1d7fc485c6384f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a7a9f30bb041a3" /><Relationship Type="http://schemas.openxmlformats.org/officeDocument/2006/relationships/notesMaster" Target="/ppt/notesMasters/notesMaster1.xml" Id="R6895f583003b4c3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3868ba9faa94f8f" /><Relationship Type="http://schemas.openxmlformats.org/officeDocument/2006/relationships/notesMaster" Target="/ppt/notesMasters/notesMaster1.xml" Id="R5edf18ab25c649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98b81647334c11" /><Relationship Type="http://schemas.openxmlformats.org/officeDocument/2006/relationships/notesMaster" Target="/ppt/notesMasters/notesMaster1.xml" Id="R2c4d79df35224a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cd4da80fd544857" /><Relationship Type="http://schemas.openxmlformats.org/officeDocument/2006/relationships/notesMaster" Target="/ppt/notesMasters/notesMaster1.xml" Id="Ra2191615603c499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ea49e75ef274ee4" /><Relationship Type="http://schemas.openxmlformats.org/officeDocument/2006/relationships/notesMaster" Target="/ppt/notesMasters/notesMaster1.xml" Id="R761f7132ce7146b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271d21dcab4e4b" /><Relationship Type="http://schemas.openxmlformats.org/officeDocument/2006/relationships/notesMaster" Target="/ppt/notesMasters/notesMaster1.xml" Id="R5cf5dd0d54d344a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432da85e2784896" /><Relationship Type="http://schemas.openxmlformats.org/officeDocument/2006/relationships/notesMaster" Target="/ppt/notesMasters/notesMaster1.xml" Id="R2147b08656824d4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482e5f4b9d7445a" /><Relationship Type="http://schemas.openxmlformats.org/officeDocument/2006/relationships/notesMaster" Target="/ppt/notesMasters/notesMaster1.xml" Id="R59bfc736f8c743e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8acd7c6cad84cb2" /><Relationship Type="http://schemas.openxmlformats.org/officeDocument/2006/relationships/notesMaster" Target="/ppt/notesMasters/notesMaster1.xml" Id="Rf9b545697783421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b03f5c556c04458" /><Relationship Type="http://schemas.openxmlformats.org/officeDocument/2006/relationships/notesMaster" Target="/ppt/notesMasters/notesMaster1.xml" Id="Rdcbcc62ed0324ba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6e595388c864541" /><Relationship Type="http://schemas.openxmlformats.org/officeDocument/2006/relationships/notesMaster" Target="/ppt/notesMasters/notesMaster1.xml" Id="R9b34df1b652c45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a52e2c4b144ecf" /><Relationship Type="http://schemas.openxmlformats.org/officeDocument/2006/relationships/notesMaster" Target="/ppt/notesMasters/notesMaster1.xml" Id="Rc68e8c7e2ca6406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dd93e4d4e064517" /><Relationship Type="http://schemas.openxmlformats.org/officeDocument/2006/relationships/notesMaster" Target="/ppt/notesMasters/notesMaster1.xml" Id="R3c7910136568443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ec1e5b153524f16" /><Relationship Type="http://schemas.openxmlformats.org/officeDocument/2006/relationships/notesMaster" Target="/ppt/notesMasters/notesMaster1.xml" Id="R75c9b8a9a98444f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7b8c07fe98c486e" /><Relationship Type="http://schemas.openxmlformats.org/officeDocument/2006/relationships/notesMaster" Target="/ppt/notesMasters/notesMaster1.xml" Id="R6b659473c31743e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bcfaf248bdc4c2d" /><Relationship Type="http://schemas.openxmlformats.org/officeDocument/2006/relationships/notesMaster" Target="/ppt/notesMasters/notesMaster1.xml" Id="Re2ba93086375465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4ea8c2d37c94c8f" /><Relationship Type="http://schemas.openxmlformats.org/officeDocument/2006/relationships/notesMaster" Target="/ppt/notesMasters/notesMaster1.xml" Id="R4f6f9bd9f4d3464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65521f7ced74ac7" /><Relationship Type="http://schemas.openxmlformats.org/officeDocument/2006/relationships/notesMaster" Target="/ppt/notesMasters/notesMaster1.xml" Id="R1309e67a763e47b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e98c29cd1114d91" /><Relationship Type="http://schemas.openxmlformats.org/officeDocument/2006/relationships/notesMaster" Target="/ppt/notesMasters/notesMaster1.xml" Id="R932596f959be47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  <a:p xmlns:a="http://schemas.openxmlformats.org/drawingml/2006/main">
            <a:r>
              <a:t>• React Native London Meetup. 22 October 2026</a:t>
            </a:r>
          </a:p>
          <a:p xmlns:a="http://schemas.openxmlformats.org/drawingml/2006/main">
            <a:r>
              <a:t>• Funding Circle, 71 Queen Victoria Street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1,669. 8 October: 2,257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October is a dated checkpoint, not month end</a:t>
            </a:r>
          </a:p>
          <a:p xmlns:a="http://schemas.openxmlformats.org/drawingml/2006/main">
            <a:r>
              <a:t>• Files can contain many tests. Coverage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72.02%. 2 October: 75.04%. 8 October: 99.26%</a:t>
            </a:r>
          </a:p>
          <a:p xmlns:a="http://schemas.openxmlformats.org/drawingml/2006/main">
            <a:r>
              <a:t>• Four Jest coverage shards merged</a:t>
            </a:r>
          </a:p>
          <a:p xmlns:a="http://schemas.openxmlformats.org/drawingml/2006/main">
            <a:r>
              <a:t>• Covered lines: 19,178 to 22,903</a:t>
            </a:r>
          </a:p>
          <a:p xmlns:a="http://schemas.openxmlformats.org/drawingml/2006/main">
            <a:r>
              <a:t>• Eligible lines: 25,555 to 23,072. Scope excludes helpers and dev code</a:t>
            </a:r>
          </a:p>
          <a:p xmlns:a="http://schemas.openxmlformats.org/drawingml/2006/main">
            <a:r>
              <a:t>• New tests and scope both affect the percentage</a:t>
            </a:r>
          </a:p>
          <a:p xmlns:a="http://schemas.openxmlformats.org/drawingml/2006/main">
            <a:r>
              <a:t>• Thresholds pinned to measured baseline. Coverage is not test quality.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 on Android and iOS</a:t>
            </a:r>
          </a:p>
          <a:p xmlns:a="http://schemas.openxmlformats.org/drawingml/2006/main">
            <a:r>
              <a:t>• Label-selected PR smoke and full runs</a:t>
            </a:r>
          </a:p>
          <a:p xmlns:a="http://schemas.openxmlformats.org/drawingml/2006/main">
            <a:r>
              <a:t>• Scheduled suite overnight</a:t>
            </a:r>
          </a:p>
          <a:p xmlns:a="http://schemas.openxmlformats.org/drawingml/2006/main">
            <a:r>
              <a:t>• Device results need their own scope. Nightly is not a universal release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PR labels select smoke or full device checks</a:t>
            </a:r>
          </a:p>
          <a:p xmlns:a="http://schemas.openxmlformats.org/drawingml/2006/main">
            <a:r>
              <a:t>• 33 nightly jobs. 23 iOS, 10 Android</a:t>
            </a:r>
          </a:p>
          <a:p xmlns:a="http://schemas.openxmlformats.org/drawingml/2006/main">
            <a:r>
              <a:t>• Configured jobs do not establish passing tests</a:t>
            </a:r>
          </a:p>
          <a:p xmlns:a="http://schemas.openxmlformats.org/drawingml/2006/main">
            <a:r>
              <a:t>• Nightly failures inform the team. No claim that all releases are blocked</a:t>
            </a:r>
          </a:p>
          <a:p xmlns:a="http://schemas.openxmlformats.org/drawingml/2006/main">
            <a:r>
              <a:t>• Recordings and logs support investigation.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14. September: 225. 8 October: 404 YAML files</a:t>
            </a:r>
          </a:p>
          <a:p xmlns:a="http://schemas.openxmlformats.org/drawingml/2006/main">
            <a:r>
              <a:t>• Inventory includes several file roles</a:t>
            </a:r>
          </a:p>
          <a:p xmlns:a="http://schemas.openxmlformats.org/drawingml/2006/main">
            <a:r>
              <a:t>• 99 non-exempt routes reached in inventory</a:t>
            </a:r>
          </a:p>
          <a:p xmlns:a="http://schemas.openxmlformats.org/drawingml/2006/main">
            <a:r>
              <a:t>• CI-run leaves reach 28 routes, 28.3%. 71 quarantine-only</a:t>
            </a:r>
          </a:p>
          <a:p xmlns:a="http://schemas.openxmlformats.org/drawingml/2006/main">
            <a:r>
              <a:t>• 12 exempt routes. Not complete execution coverage.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86 complete days: 7 July to 30 September</a:t>
            </a:r>
          </a:p>
          <a:p xmlns:a="http://schemas.openxmlformats.org/drawingml/2006/main">
            <a:r>
              <a:t>• Raw daily variation, including September rise</a:t>
            </a:r>
          </a:p>
          <a:p xmlns:a="http://schemas.openxmlformats.org/drawingml/2006/main">
            <a:r>
              <a:t>• All environments; no usage denominator</a:t>
            </a:r>
          </a:p>
          <a:p xmlns:a="http://schemas.openxmlformats.org/drawingml/2006/main">
            <a:r>
              <a:t>• Fixes, filters and sampling affect volume</a:t>
            </a:r>
          </a:p>
          <a:p xmlns:a="http://schemas.openxmlformats.org/drawingml/2006/main">
            <a:r>
              <a:t>• No crash-rate or AI-causality claim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merge</a:t>
            </a:r>
          </a:p>
          <a:p xmlns:a="http://schemas.openxmlformats.org/drawingml/2006/main">
            <a:r>
              <a:t>• Weekday nightly beta when main changes.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mobile PRs. October to 8th: 126</a:t>
            </a:r>
          </a:p>
          <a:p xmlns:a="http://schemas.openxmlformats.org/drawingml/2006/main">
            <a:r>
              <a:t>• October: 79 test PRs, 22 fixes, 17 features</a:t>
            </a:r>
          </a:p>
          <a:p xmlns:a="http://schemas.openxmlformats.org/drawingml/2006/main">
            <a:r>
              <a:t>• Partial month. Exclude from full-month averages</a:t>
            </a:r>
          </a:p>
          <a:p xmlns:a="http://schemas.openxmlformats.org/drawingml/2006/main">
            <a:r>
              <a:t>• April joining marker. Process changed in May</a:t>
            </a:r>
          </a:p>
          <a:p xmlns:a="http://schemas.openxmlformats.org/drawingml/2006/main">
            <a:r>
              <a:t>• PR count is activity, not productivity or features delivered.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Onboarding myself to the team, codebase and business</a:t>
            </a:r>
          </a:p>
          <a:p xmlns:a="http://schemas.openxmlformats.org/drawingml/2006/main">
            <a:r>
              <a:t>• Design system and monorepo, each could be its own talk</a:t>
            </a:r>
          </a:p>
          <a:p xmlns:a="http://schemas.openxmlformats.org/drawingml/2006/main">
            <a:r>
              <a:t>• Transition from engineering delivery to product ownership</a:t>
            </a:r>
          </a:p>
          <a:p xmlns:a="http://schemas.openxmlformats.org/drawingml/2006/main">
            <a:r>
              <a:t>• AI adoption across the development loop</a:t>
            </a:r>
          </a:p>
          <a:p xmlns:a="http://schemas.openxmlformats.org/drawingml/2006/main">
            <a:r>
              <a:t>• Harness: the environment around AI, not just the model</a:t>
            </a:r>
          </a:p>
          <a:p xmlns:a="http://schemas.openxmlformats.org/drawingml/2006/main">
            <a:r>
              <a:t>• A few months of change, many challenges beyond today’s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  <a:p xmlns:a="http://schemas.openxmlformats.org/drawingml/2006/main">
            <a:r>
              <a:t>• QR: social profiles, talks and contact details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67b5432de45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4b7fe173434d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90141b5ca48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752e1a901f42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fc149492144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f49e4dca494a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CD2517-E966-4E5D-ADAC-0516668833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F6B974A-2BE6-4B91-B1F4-1A594C0184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775A7E7-DB75-42F4-A436-02C4067C33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CD67AA-9269-46F9-A3A1-0FEA61F53D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A63F411-AAAC-42F0-ABBF-A3F62FC320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BA44FF8-B0B9-47EF-8912-FC87F18632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5584C25-6EB3-41D0-9999-3BF0B1E6E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1FDD4E4-0847-4CD4-B83D-A60501D945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A90091-9DE3-460B-913D-C13C0A85A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C23F096-879D-467E-AF4A-53AD3A93C3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fb76e95c2844f9" /><Relationship Type="http://schemas.openxmlformats.org/officeDocument/2006/relationships/slideLayout" Target="/ppt/slideLayouts/slideLayout1.xml" Id="R810f6333d85449a3" /><Relationship Type="http://schemas.openxmlformats.org/officeDocument/2006/relationships/slideLayout" Target="/ppt/slideLayouts/slideLayout2.xml" Id="R8bb83698a5194432" /><Relationship Type="http://schemas.openxmlformats.org/officeDocument/2006/relationships/slideLayout" Target="/ppt/slideLayouts/slideLayout3.xml" Id="Ra63df8da136641e4" /><Relationship Type="http://schemas.openxmlformats.org/officeDocument/2006/relationships/slideLayout" Target="/ppt/slideLayouts/slideLayout4.xml" Id="Re7cfa98af86048fb" /><Relationship Type="http://schemas.openxmlformats.org/officeDocument/2006/relationships/slideLayout" Target="/ppt/slideLayouts/slideLayout5.xml" Id="R70b5174a212f44e5" /><Relationship Type="http://schemas.openxmlformats.org/officeDocument/2006/relationships/slideLayout" Target="/ppt/slideLayouts/slideLayout6.xml" Id="R5272913c866042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0f6333d85449a3"/>
    <p:sldLayoutId xmlns:r="http://schemas.openxmlformats.org/officeDocument/2006/relationships" id="2147483650" r:id="R8bb83698a5194432"/>
    <p:sldLayoutId xmlns:r="http://schemas.openxmlformats.org/officeDocument/2006/relationships" id="2147483651" r:id="Ra63df8da136641e4"/>
    <p:sldLayoutId xmlns:r="http://schemas.openxmlformats.org/officeDocument/2006/relationships" id="2147483652" r:id="Re7cfa98af86048fb"/>
    <p:sldLayoutId xmlns:r="http://schemas.openxmlformats.org/officeDocument/2006/relationships" id="2147483653" r:id="R70b5174a212f44e5"/>
    <p:sldLayoutId xmlns:r="http://schemas.openxmlformats.org/officeDocument/2006/relationships" id="2147483654" r:id="R5272913c866042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e718bcacfb4dba" /><Relationship Type="http://schemas.openxmlformats.org/officeDocument/2006/relationships/image" Target="/ppt/media/image.png" Id="R82b040d3d9f04d4c" /><Relationship Type="http://schemas.openxmlformats.org/officeDocument/2006/relationships/image" Target="/ppt/media/image.jpeg" Id="R93ec8df73f6c4144" /><Relationship Type="http://schemas.openxmlformats.org/officeDocument/2006/relationships/notesSlide" Target="/ppt/notesSlides/notesSlide1.xml" Id="R20c235293f8042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d6b8ac2744173" /><Relationship Type="http://schemas.openxmlformats.org/officeDocument/2006/relationships/notesSlide" Target="/ppt/notesSlides/notesSlide2.xml" Id="R58bc72a23e8f40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dd44e669a04b1c" /><Relationship Type="http://schemas.openxmlformats.org/officeDocument/2006/relationships/notesSlide" Target="/ppt/notesSlides/notesSlide3.xml" Id="Ra4c496fc6c8e48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bc8b9b3654ec2" /><Relationship Type="http://schemas.openxmlformats.org/officeDocument/2006/relationships/notesSlide" Target="/ppt/notesSlides/notesSlide4.xml" Id="R2a56ae33f87e44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d354d44e154660" /><Relationship Type="http://schemas.openxmlformats.org/officeDocument/2006/relationships/notesSlide" Target="/ppt/notesSlides/notesSlide5.xml" Id="R65d559a4041742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2ce3e4d9bf4fa7" /><Relationship Type="http://schemas.openxmlformats.org/officeDocument/2006/relationships/notesSlide" Target="/ppt/notesSlides/notesSlide6.xml" Id="R2f66baedb6ff48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8cc313b5d94a3d" /><Relationship Type="http://schemas.openxmlformats.org/officeDocument/2006/relationships/image" Target="/ppt/media/image2.jpeg" Id="Rf75f98fbd4b54d92" /><Relationship Type="http://schemas.openxmlformats.org/officeDocument/2006/relationships/notesSlide" Target="/ppt/notesSlides/notesSlide7.xml" Id="Rb0a23bcad4e44a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979320c08e46a6" /><Relationship Type="http://schemas.openxmlformats.org/officeDocument/2006/relationships/image" Target="/ppt/media/image2.png" Id="Rc2504b0bf8814b62" /><Relationship Type="http://schemas.openxmlformats.org/officeDocument/2006/relationships/image" Target="/ppt/media/image3.png" Id="Re5d4c26203fa4dec" /><Relationship Type="http://schemas.openxmlformats.org/officeDocument/2006/relationships/image" Target="/ppt/media/image4.png" Id="R8e11da9595334606" /><Relationship Type="http://schemas.openxmlformats.org/officeDocument/2006/relationships/image" Target="/ppt/media/image5.png" Id="Rb9b22d100be64b71" /><Relationship Type="http://schemas.openxmlformats.org/officeDocument/2006/relationships/image" Target="/ppt/media/image6.png" Id="R5fc6cc2b668e43ca" /><Relationship Type="http://schemas.openxmlformats.org/officeDocument/2006/relationships/image" Target="/ppt/media/image7.png" Id="R0c5a61d7e49f4932" /><Relationship Type="http://schemas.openxmlformats.org/officeDocument/2006/relationships/notesSlide" Target="/ppt/notesSlides/notesSlide8.xml" Id="Rd82ad8d0c2a841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b356c688e44a29" /><Relationship Type="http://schemas.openxmlformats.org/officeDocument/2006/relationships/notesSlide" Target="/ppt/notesSlides/notesSlide9.xml" Id="Rbbd839c5a60444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d85594269d429d" /><Relationship Type="http://schemas.openxmlformats.org/officeDocument/2006/relationships/notesSlide" Target="/ppt/notesSlides/notesSlide10.xml" Id="Re6e59b54602d4c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5de90ed1384a17" /><Relationship Type="http://schemas.openxmlformats.org/officeDocument/2006/relationships/image" Target="/ppt/media/image8.png" Id="R1609bd43e9314339" /><Relationship Type="http://schemas.openxmlformats.org/officeDocument/2006/relationships/image" Target="/ppt/media/image9.png" Id="R5318b26adfc14f19" /><Relationship Type="http://schemas.openxmlformats.org/officeDocument/2006/relationships/image" Target="/ppt/media/image10.png" Id="R408030773587452d" /><Relationship Type="http://schemas.openxmlformats.org/officeDocument/2006/relationships/image" Target="/ppt/media/image11.png" Id="Raf727942a4bc4ab8" /><Relationship Type="http://schemas.openxmlformats.org/officeDocument/2006/relationships/image" Target="/ppt/media/image12.png" Id="R9a5a22849c684f59" /><Relationship Type="http://schemas.openxmlformats.org/officeDocument/2006/relationships/notesSlide" Target="/ppt/notesSlides/notesSlide11.xml" Id="Rb6bb5261572c41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8f714b2f714389" /><Relationship Type="http://schemas.openxmlformats.org/officeDocument/2006/relationships/notesSlide" Target="/ppt/notesSlides/notesSlide12.xml" Id="R5836a78d71ee4e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863806f7aa415e" /><Relationship Type="http://schemas.openxmlformats.org/officeDocument/2006/relationships/chart" Target="/ppt/slides/charts/chart1.xml" Id="Rf2ff240753424c1b" /><Relationship Type="http://schemas.openxmlformats.org/officeDocument/2006/relationships/notesSlide" Target="/ppt/notesSlides/notesSlide13.xml" Id="R7533ca22b5dc48f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e8739b57fb46a4" /><Relationship Type="http://schemas.openxmlformats.org/officeDocument/2006/relationships/image" Target="/ppt/media/image13.png" Id="Ra4dd6c8315a64008" /><Relationship Type="http://schemas.openxmlformats.org/officeDocument/2006/relationships/image" Target="/ppt/media/image14.png" Id="R6976bead0fbf4644" /><Relationship Type="http://schemas.openxmlformats.org/officeDocument/2006/relationships/image" Target="/ppt/media/image15.png" Id="R11789050f6e6401d" /><Relationship Type="http://schemas.openxmlformats.org/officeDocument/2006/relationships/image" Target="/ppt/media/image16.png" Id="R774b072b7c714ce5" /><Relationship Type="http://schemas.openxmlformats.org/officeDocument/2006/relationships/notesSlide" Target="/ppt/notesSlides/notesSlide14.xml" Id="R6ec95040ab6e4bd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47012712944ff" /><Relationship Type="http://schemas.openxmlformats.org/officeDocument/2006/relationships/notesSlide" Target="/ppt/notesSlides/notesSlide15.xml" Id="Rf282449dd5bf413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ae46f865534a55" /><Relationship Type="http://schemas.openxmlformats.org/officeDocument/2006/relationships/notesSlide" Target="/ppt/notesSlides/notesSlide16.xml" Id="Rb18efacadd304e0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63b2094ecd471c" /><Relationship Type="http://schemas.openxmlformats.org/officeDocument/2006/relationships/image" Target="/ppt/media/image17.png" Id="Rb05896d25c4d4777" /><Relationship Type="http://schemas.openxmlformats.org/officeDocument/2006/relationships/image" Target="/ppt/media/image18.png" Id="R3b9d69cad2144713" /><Relationship Type="http://schemas.openxmlformats.org/officeDocument/2006/relationships/image" Target="/ppt/media/image19.png" Id="Rf8c5b696aa7146b5" /><Relationship Type="http://schemas.openxmlformats.org/officeDocument/2006/relationships/notesSlide" Target="/ppt/notesSlides/notesSlide17.xml" Id="R2c655c6b825c44b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2828c1cc71469a" /><Relationship Type="http://schemas.openxmlformats.org/officeDocument/2006/relationships/notesSlide" Target="/ppt/notesSlides/notesSlide18.xml" Id="R28982fba3b9342c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4d0c2fa26f4da3" /><Relationship Type="http://schemas.openxmlformats.org/officeDocument/2006/relationships/chart" Target="/ppt/slides/charts/chart2.xml" Id="Rdd38ccbd3dfc448b" /><Relationship Type="http://schemas.openxmlformats.org/officeDocument/2006/relationships/notesSlide" Target="/ppt/notesSlides/notesSlide19.xml" Id="Re0318cf27eab47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333bfcead2482e" /><Relationship Type="http://schemas.openxmlformats.org/officeDocument/2006/relationships/image" Target="/ppt/media/image20.png" Id="R34be736c291c4f21" /><Relationship Type="http://schemas.openxmlformats.org/officeDocument/2006/relationships/image" Target="/ppt/media/image21.png" Id="R8108a7d40333405c" /><Relationship Type="http://schemas.openxmlformats.org/officeDocument/2006/relationships/notesSlide" Target="/ppt/notesSlides/notesSlide20.xml" Id="R5b763049b4cf428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ea01af8020416c" /><Relationship Type="http://schemas.openxmlformats.org/officeDocument/2006/relationships/notesSlide" Target="/ppt/notesSlides/notesSlide21.xml" Id="R5764724c847140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ec54a36b5a4628" /><Relationship Type="http://schemas.openxmlformats.org/officeDocument/2006/relationships/notesSlide" Target="/ppt/notesSlides/notesSlide22.xml" Id="R087d5946c06846f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6615416ee9482e" /><Relationship Type="http://schemas.openxmlformats.org/officeDocument/2006/relationships/image" Target="/ppt/media/image22.png" Id="R7ee7a4fd66dc4315" /><Relationship Type="http://schemas.openxmlformats.org/officeDocument/2006/relationships/notesSlide" Target="/ppt/notesSlides/notesSlide23.xml" Id="R99cc2b347fc243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ec1be9d9c94939" /><Relationship Type="http://schemas.openxmlformats.org/officeDocument/2006/relationships/notesSlide" Target="/ppt/notesSlides/notesSlide24.xml" Id="R1a3ac687a3844b9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367f4bc8f54749" /><Relationship Type="http://schemas.openxmlformats.org/officeDocument/2006/relationships/chart" Target="/ppt/slides/charts/chart3.xml" Id="R0d651d74631f4603" /><Relationship Type="http://schemas.openxmlformats.org/officeDocument/2006/relationships/notesSlide" Target="/ppt/notesSlides/notesSlide25.xml" Id="R6e8eac66136d409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21ea64b7484832" /><Relationship Type="http://schemas.openxmlformats.org/officeDocument/2006/relationships/notesSlide" Target="/ppt/notesSlides/notesSlide26.xml" Id="R47582ec0ba25424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39db3a4043449b" /><Relationship Type="http://schemas.openxmlformats.org/officeDocument/2006/relationships/notesSlide" Target="/ppt/notesSlides/notesSlide27.xml" Id="R9671d1042aa0449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02875f94a441da" /><Relationship Type="http://schemas.openxmlformats.org/officeDocument/2006/relationships/notesSlide" Target="/ppt/notesSlides/notesSlide28.xml" Id="R1a44e15ab60a44b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f3f6a95cc44c99" /><Relationship Type="http://schemas.openxmlformats.org/officeDocument/2006/relationships/chart" Target="/ppt/slides/charts/chart4.xml" Id="Re0d77c30ae634ce1" /><Relationship Type="http://schemas.openxmlformats.org/officeDocument/2006/relationships/notesSlide" Target="/ppt/notesSlides/notesSlide29.xml" Id="Racd7a80b817c4d4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a0322b1a5c4edd" /><Relationship Type="http://schemas.openxmlformats.org/officeDocument/2006/relationships/notesSlide" Target="/ppt/notesSlides/notesSlide30.xml" Id="Rf78ecda42f6941a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a177a3aba64946" /><Relationship Type="http://schemas.openxmlformats.org/officeDocument/2006/relationships/notesSlide" Target="/ppt/notesSlides/notesSlide31.xml" Id="R6996a8f0ceff4e2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330034abe641d6" /><Relationship Type="http://schemas.openxmlformats.org/officeDocument/2006/relationships/image" Target="/ppt/media/image23.png" Id="Rfea4c98ebc114328" /><Relationship Type="http://schemas.openxmlformats.org/officeDocument/2006/relationships/notesSlide" Target="/ppt/notesSlides/notesSlide32.xml" Id="R3e5fca861cee4f4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  <c:pt idx="9">
                  <c:v>2257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  <c:pt idx="9">
                  <c:v>404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4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1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Data'!$A$2:$A$87</c:f>
              <c:numCache>
                <c:formatCode>d mmm</c:formatCode>
                <c:ptCount val="86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</c:numCache>
            </c:numRef>
          </c:xVal>
          <c:yVal>
            <c:numRef>
              <c:f>'Chart Data'!$B$2:$B$87</c:f>
              <c:numCache>
                <c:formatCode>#,##0</c:formatCode>
                <c:ptCount val="86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295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  <c:pt idx="9">
                  <c:v>126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46466-A39B-4671-B12D-4F79843DB3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040d3d9f04d4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355BE4B2-5145-476D-8F28-D04231D3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B22472E-CECC-4419-9C5D-BC8A1562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7A8620-E8A9-4257-8F62-0C4A1AA9AA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c8df73f6c414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41B58C1A-B08F-48F6-B018-98CA19CB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B7008F0-6521-4B75-B8F4-41C395A2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5EBC344-F607-4983-8A14-EBD17503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388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 Meetup · Thursday 22 October 2026</a:t>
            </a:r>
          </a:p>
          <a:p xmlns:a="http://schemas.openxmlformats.org/drawingml/2006/main">
            <a: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Funding Circle · 71 Queen Victoria Street, London</a:t>
            </a:r>
          </a:p>
        </p:txBody>
      </p:sp>
    </p:spTree>
    <p:extLst>
      <p:ext uri="{BB962C8B-B14F-4D97-AF65-F5344CB8AC3E}">
        <p14:creationId xmlns:p14="http://schemas.microsoft.com/office/powerpoint/2010/main" val="2270238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27BC48-F9D4-48EC-85EF-0FF9DCBB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403F663-C2C5-4FB0-9AD8-D68AC646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D8A7A73-8FC4-40F6-BB13-BEE090DC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55517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BC40ABB-1A8E-4445-A0A7-8BA2B209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CB71A69-50DA-4B81-AF1F-42B23603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09C9F3D-D2A5-4AAC-A3D6-0E653A1A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09751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99966CC-4AAA-4F9E-925C-55766B45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AA25643-227F-4B94-9145-7237036A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164DC69-6A32-44FF-A062-9DB85602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24283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B664CCB-370E-49DE-8611-687849C7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8A9C094-2674-44CB-9CF3-B725ED38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0340497-F5A8-4838-9C00-01741FD0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840043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018470-4173-47EB-B34F-E0376431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EB0B4F6-429E-4611-9A5B-AE45266A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DB2D184-EBB7-449D-AA75-AF05CA12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34868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EBE47-29FA-4A79-94C7-0AE3CE5615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f98fbd4b54d9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847725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F0B9F52-7590-4E21-9E6C-33AD505A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772744-7FFA-4750-AB32-5088184E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A3BFEE7C-2ADE-47C6-8063-E60250C9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8401C403-4C86-4689-A475-80B0FE20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3B528498-7225-48EA-A8D1-71869CD6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1D70B37-C666-42D8-8397-A2ADDDAC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232904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BEB1FA4A-7118-4C8F-9267-A331094E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C71BCA40-276A-4EE3-942B-2E917525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5804F-F151-4B8B-BC8E-902FDB31BC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04b0bf8814b62"/>
          <a:stretch xmlns:a="http://schemas.openxmlformats.org/drawingml/2006/main"/>
        </p:blipFill>
        <p:spPr>
          <a:xfrm xmlns:a="http://schemas.openxmlformats.org/drawingml/2006/main">
            <a:off x="1333500" y="1362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40C75-4C22-4A2F-A1AC-1E8F5F4FB3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d4c26203fa4dec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2705E5-6A34-4939-A580-911D47866A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1da9595334606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72A6E-C261-4C7A-8444-B522FD70B6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22d100be64b71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1CD3A-5ED2-4D36-8D7E-2EFD316E1D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c6cc2b668e43ca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C5385-7A05-4A2F-AE1C-50C74771B4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a61d7e49f4932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1FCF89B-450D-4B83-BFB1-EDD070F8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085984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2F48E132-23FB-47D6-BF80-1513D7C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A9EDFE4-5772-41AB-ADB3-E0CBE4BB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10D7E2F-EA11-4A21-A33B-F180ADA8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7099C3D-AE66-463F-AE50-F86C51E0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E725929-AA92-4CBA-93A8-B193557B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1405AF-6EE6-4EB2-A8A9-2BC10BEA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4B42E46-0C0B-412F-A683-775750F5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634EA0F-7358-499A-B060-6E6EC88C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1DFF05A-5322-4152-9291-983B3446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452773B-EED6-4D89-A6E0-4B7A03B9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D031C20-F011-4300-BE98-B904AC3A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8FCD255-5D73-415C-8E3C-70C831CB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925F3B9-902C-4C4F-AB85-F5175BD9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FBAAFBB-2E92-4F1A-A920-3FADEBE5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90358DA-89C8-4064-A4D6-893D4DEA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189FFF7-CD4F-4494-A819-659377E7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AC7B97E-37BF-4C84-9B38-3331D53F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E319203-FB4E-42FF-87F6-CF3EEF16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B8262DE-6EA5-44E9-88B2-15F6AAFC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83902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2844318A-F43D-4C1B-A293-F2BCA402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217FDEC-A4D2-4518-A541-AC128A80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9E0DFE7-3392-49ED-94FD-F82CB2AA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1F9F114-5CE7-4778-B5B8-F190F15F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C0F8D2F-D3F1-4599-AE88-38F8DE17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A980F18-3B3D-4CA9-A57C-2C167DB2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85AC11D-B971-4DE3-AF5B-ADB18FC1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4B8E093-9070-45D9-8A5B-BF8F6314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569C9C8-9BB0-4F94-B2FF-1B93AE28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146497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B7385DFB-F974-44A4-B09E-4287E99F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9771EC3-25E9-49A5-A3EE-481AE292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63A9CF35-8765-402B-B512-D0E03F4E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8284DCC0-ADA5-40D9-BF31-D8A8149F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5B40C-A3A5-4709-B096-E6A09ED288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9bd43e9314339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02902-6D33-42DB-9559-016CAC8C6C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8b26adfc14f19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72F26-F4EC-47F7-AD15-3C61E0B6EE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030773587452d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4F7B2-7990-4782-9D87-713A6DE271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27942a4bc4ab8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513DE-9A02-4AA6-AAAE-D9DFFE7209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a22849c684f59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D37C8BF-36EF-4CDC-B233-EEDA2E21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097811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520C8FBD-AE84-4B6B-8B59-37387879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C8E5556-69B5-41BC-9690-02C47B40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B6A0DB4-3A9E-4A6C-B13D-394B16C8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DEAEB33-1D74-412A-90D9-DDF14E1E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BBD4141-33A4-460F-A907-EFF7B9FD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67BC731-51AA-4418-BD9F-1822DD42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E249F46-9350-4916-96D1-E3519721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D4ACF2E-14AE-48A4-BF69-3DFCE16D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0951CF1-A4E9-4F43-9FD7-C4E071B4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7BBFCE7-6FBB-4812-8770-C7B4EF71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B6ECF45-E336-455E-A708-082F9D9C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699403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EFD0D148-EEF8-4D1C-BF9D-5A927B01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2,257 unit-test files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7806E7DE-E433-4239-8575-440791FBDFC9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ff240753424c1b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972374CA-A475-4291-B986-0616E457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339FD62C-C457-44FF-B43D-1C9CE6D7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E8A44F45-70B5-4F7D-BC4D-EF9EF1EC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snapshots through September, then 8 October 2026. File count is not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D1ADB55-C8EC-4715-8052-C899DF46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39859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258EBF00-DF4F-47FB-9B10-05CE71B4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990CBCE-A4B0-46F0-921E-CDA343AD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C587CAC6-5162-4AD0-8714-125AACE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02B01DA-0D67-46AF-99C5-6F97A3CB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0364CEEA-E67B-4170-B6F0-5559F064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AE9214AB-B618-4D30-9789-E13532F3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C9E2C-D29C-4CBE-86C1-C2594FFD54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d6c8315a64008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B2850-AE2E-4909-BB18-E6BCFAC7CA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76bead0fbf4644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9B8A81-6B23-4885-B84A-08D180E729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89050f6e6401d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91ADB-D72F-45AF-97B4-AACBD1D09E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b072b7c714ce5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805787D-5965-40FA-81E1-7F0ECF84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725294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745569C6-298C-4D7D-85E4-F6AE0612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2837F31-FA1D-43EB-8E55-F6F5F216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8AF3B77-E11A-4BD9-B3A9-475B281D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F9CDEA1-F40E-4751-9800-2216F88E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3E2B723-F3D8-4952-A18C-7E32586F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9F30E6-5643-41BC-B495-94F647C3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8186E3B-E1D2-4DD4-AB22-68CAB501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5CC8230-5E43-4D18-8D25-10A17A01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D7B857C-129C-40FD-AF7E-0E9A3592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8CA7A62-D8F4-4390-9DA8-326F0C14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152699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734F9588-8CC1-4C50-B80B-60075A4D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9DAB3D89-E491-4921-BB73-5E962682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99.26%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061BCB-4324-4854-BA4A-AB9AEF8E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8 October 2026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D34E387-BDFB-4C23-B94D-4882F7A9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Measured scope changed. More tested lines, fewer eligible lines.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CI now preserves this baseline.</a:t>
            </a:r>
          </a:p>
        </p:txBody>
      </p:sp>
      <p:sp>
        <p:nvSpPr>
          <p:cNvPr id="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1575237-5172-444A-B226-B903C77D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732084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6A79E619-8DDE-4799-A25E-98109263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5D18B229-B05D-4CA7-BF8C-EFE1A4D3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EC449C92-4B06-439C-A391-176EB329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94DD0A0E-8D61-4CA3-A2D1-84E63A73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00DF5411-6D36-4E58-AF42-6A9E9417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3491C2B4-6827-434E-9976-2EE9334C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6BD0C788-6969-4DAC-B1AE-BF3DB384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95DEC644-A4F3-43BD-9B66-7AAFFC4F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58C02-FBFB-48BE-94D0-0B407CEB47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896d25c4d4777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CF77A-D4AF-4C89-994F-9ECDE62A8B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d69cad2144713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0B3884-D523-4667-A2E2-40884BEC4D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5b696aa7146b5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09355CB-4D6E-4F9B-BB3C-6A008DE2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940666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B4025586-6219-4452-A1EF-B23F6D03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7F06A20-8D58-47E4-BD76-420197B6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A83F1A4-B342-4956-9FE6-15619BC0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Selected PRs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86E6933-856E-4365-8158-7DB21146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smoke tests when the relevant label is applied.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140785C-8145-4CE6-9B25-1E42B9CF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0F659EA-3109-41F3-A54A-CD4249B9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33 configured suite jobs across iOS and Android.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E22DECD-6068-43A7-81D1-5C0A7D56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Investigate failures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D22ECE7-9025-4D06-8718-AF2AAE76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the video, inspect logs and fix the affected flow.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27AA6BB-406B-41E2-8C3E-A1C99886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68CF25F-AE13-47CD-B671-7CF7E563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574400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390A358-0A2A-49A3-8FE8-2C1F5A1F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404 Maestro flow files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C8DE973D-FA27-4B7F-AD3D-B293F9348525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38ccbd3dfc448b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6497AAD7-E71B-49E1-8F47-8A215B4E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7E5C5726-A262-4E11-B839-8FB2F41F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69821AA3-F37B-4985-9FE0-C5F922A0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snapshots through September, then 8 October.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C15090C-43EF-48C4-B202-85FF0E15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384169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1022058E-9278-4DE6-A217-4DEDD66C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4768CB3-6540-449E-8143-059C25C0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94DBCF32-4E40-4523-AD3B-5732EE1C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1FA9C759-0282-47A5-B531-D815EF80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E3B3CC07-FBC9-4F61-B0DE-8C883121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347C608E-E2F7-4BCB-A293-587BEB95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EC62CDBB-9B21-4FB2-A67A-9A7DB8AF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6619B136-42AB-474D-BE55-34080254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7594B404-1426-4DC7-BE89-D51910C5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F1ACA866-15BB-4C17-B7DA-97E90B1F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454D5-432E-4660-BD0B-A75B98A5DC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e736c291c4f21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A3954-FA2D-4ADD-A556-E6B31FB001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08a7d40333405c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16A5555-F91F-4428-9E06-9207C73B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5122502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34B6E598-D0DB-4E02-B0E2-E836FD78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2735ED3-5AD7-4CAA-9049-F4A63FB1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B145237-3B96-4A5A-A7C1-90AB3C89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643DE93-0C09-48BD-AF58-8A29A5FF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A097EA3-9D16-44AA-ACD7-5347301F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5AFFD2D-F0EB-4BF6-9F4E-D9CFE98E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5089945-5C76-480D-8191-0128153C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41A68C6-95E4-4EE9-84FD-C44BF428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98D5E0C-7DE5-42E1-A9D3-EBCCD4C8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209424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CE890796-4B29-4640-AD19-165CD2C6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242E612-D6F2-45A4-9229-83C42819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EA86A14-282C-41DB-B780-D8C08812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F45E76A-3730-475C-AFB2-37D3399A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5D54239-D66F-452B-9CB9-F4321868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2260779-3D21-4D1D-AEEA-B0805C5C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DCEB982-DF6B-4EC7-B475-87CCC259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56C39BB-2E55-4126-8133-2B46963C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32B62D3-11C7-4A64-B867-70807AFA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8150018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B152957C-0CDA-41CE-9787-99DCD22E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A11D60BB-225A-447C-859F-1E5D71DB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E5F40256-3D49-41B4-9ADF-F7ACCF0E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DA148688-A8F1-4249-B1E1-EA511404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7936FA55-F3DF-45DA-A87F-DA8095DF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6AE7C918-BCCA-4ADC-8BF5-41A73174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94F41590-7EBD-49E5-8E85-A56A202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051D81E3-28E7-40B6-B1A3-A38227AC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F34211A4-7705-40CE-A43D-65B42A87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91F887B9-6B67-4447-B288-60B6B079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9E903AAE-15A1-48C2-9432-F213D2AC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F3417DE2-3AFF-4F92-956A-1D50AF78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549242-B1C9-47E3-A0DC-DB0A05ECFD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7a4fd66dc4315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45FA95E-122D-4A8B-BEC3-BA4E9548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036298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0F9E0F20-3E90-4F71-A3FB-CC1E29F0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818B4C2-5038-46C6-BF86-FCB3329C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336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3524391-1F92-412F-8B65-1F603FE1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336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583B7C2-9AE9-4CC5-8083-6AA22597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432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F99ABDD-8054-4A71-943E-B34ECE66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432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AC75C1A-6F9D-41B4-B65B-9B4CF5F0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528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011054F-0BBC-4C6D-85E1-9A0E22AE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528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AE54882-D4C0-4AE5-9C0C-03A61DA8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624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9A28180-2616-4372-97F5-BAF4D8AF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624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756AFCC-355A-4B13-BBDA-4B0ED4C6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20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A427E6D-8FDE-480C-8E76-7CB51227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720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11C786D-46AE-41DC-AA6F-8D22D64B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7E1537B-71A4-4CE1-8919-85A6BA3C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124420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856438-A755-49C9-8FAD-C4499525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DB257531-9521-4A07-88F1-5F6CFC970911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651d74631f4603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AB467365-4C90-4392-AB33-D778B08A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6A0FFFEE-7C8F-43EF-9B74-4558DEDD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4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352C6ABF-6750-426A-ACEC-11574708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92F6E50D-5DDD-4121-A571-91A7833B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 Sep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C8C22802-A98A-4639-997B-5B8E0020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Daily events, all environments. 7 July to 30 September 2026.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5B90A49-7C8C-436A-A7CC-BEF90C02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6982610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C9F3180B-2EF5-4849-A52E-8174B335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6C2D1A54-C3C0-4F2A-857B-F8E3B7E0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80985C36-BF17-4D81-84D0-88AC00DD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296E5602-983C-4F5C-A8DB-E9B6348F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F986613C-5749-41AA-A57E-E5318B17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D564E0D1-53F6-4E39-8794-B8CC55A9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74C7C09D-70AD-4B7C-A4C8-2FC325E2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306B9F4C-CC00-409C-9137-A0B35F81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6CB33EAA-4E2F-4D8F-B50D-18663C01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6A68CF11-1E80-4610-8A7F-78602955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54B2C1F0-9BF0-4E70-AA5E-FABBE626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A8646984-588B-448B-94EE-2C23119A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2A6E548C-18A8-4CC7-9CCE-AC330B8A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6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C55FFF1A-F36B-4C42-8F26-773D9722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6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FD7BE17-EA19-45C9-A216-ADCD6500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25762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3AECF16E-F74E-4C07-8C3A-EC93E40B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2039ED2-118F-4A96-A07F-EE9F2F53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F5B9261-1637-43D9-B6B7-43E1DCB9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merge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9B484F6-2DFC-4D7B-88A1-2AB682F9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FEE3CA-BD7A-4797-88A7-B743B8DC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64DDD7E-260F-4154-BD9E-AA4C794A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DB0ADA1-EF7A-4F74-AB16-19E30220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17DC4C0-2C8E-4816-AAF0-7CF44E36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9039490-BC79-4B7B-BE15-28BBB67A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976EA68-FA0F-45F0-98FF-7B00BD69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0F40F34-A956-4CDE-8BD2-5DA5B468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6739472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C7741F1F-A6DE-4433-B895-DCFAFAEF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380DD1D-1F9D-44DB-8B6C-3E9ACE65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CAAA0CF-8971-4DB0-B6D9-B2F5BF1D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17F2EB2-047A-4866-AEBF-7B967E50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60DD52F-7D4D-496D-A743-BCDEC9A8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DFB2891-ADD1-4F1F-9249-DDBE3785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FCA2ABA-8BB0-4D8F-9F34-4B1B9756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0856942-A33C-4260-B44C-CFE5DCCD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57F75E9-FFDC-4157-9561-9E4212F2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4511020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79DD326-8A5B-4A76-8D62-76695F60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D02F2290-093A-4A60-B85D-21DBD78922FC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d77c30ae634ce1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536BC278-28AB-4D92-92EE-3D2D5306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BAE4DBBF-251E-492C-AF26-C4C35ED3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9AC69A47-6E39-4CCF-9541-62B24946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App and design-system PRs. October* covers 1 to 8 October only.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FCD3149-6C87-4B8F-A8C7-1BF6FC4E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8453079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672B7F5D-CEAA-4DDA-BBBF-86718711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9B90C16-497D-47C4-B0B1-6CD6A2AA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 across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79B7130-F952-4888-9A3F-C81F45C9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45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D2AA899-4DA0-491E-860F-544BD88F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45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 shared UI language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345DF13-642D-4596-8108-02785224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22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518DADB-9F6F-4334-832F-BF642FD2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22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F7936B5-419A-4204-8C92-172D1B20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99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589AF90-5C4E-411E-B8E7-93E1F0FE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099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Clearer ownership and everyday engineering habits.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E1DDB11-8D77-4DC1-A031-3C16423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76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Product engineering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8EFEBDE-B6FF-4D88-87A3-1107C9F1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576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Broader ownership, from product decisions to delivery.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CD40A0C-0EBE-422A-8315-5BC128D6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53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AI development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1D40043-9B7A-4347-B8A5-62071661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53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Adoption across planning, code, review and verification.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C2A1978-1149-42B7-81E4-FA89C8BD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30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An AI harness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1F3F8A8-CCC1-41D8-9A06-761C5A8A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530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Context, skills, tools and checks around the agents.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A101E8C-A964-48CD-86A8-BB115021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23186565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039A5B43-18CD-423A-8914-4C1A3E18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392EAB6-F35E-4873-B97C-5E6A690C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07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68B4425-F2FC-4A7A-9A9A-21F33050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07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3886900-3A2A-4617-A40E-E893AF25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51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F41222E-8671-4D5F-AA88-00A8778D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51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533A8C2-A7BB-468B-A271-8D4FBBCF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95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61B8ECA-0375-47B4-BC14-BA31E95C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95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68CF81E-3CCA-472D-985D-105F1D9D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39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E6CCDF2-FDCA-4A2C-A1CE-02337E7D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39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B10F8D6-E617-42AB-B0BE-EC7C7A95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2636712-3AD7-4BC0-AE16-0A97C2CA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95410065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">
            <a:extLst xmlns:a="http://schemas.openxmlformats.org/drawingml/2006/main">
              <a:ext uri="{FF2B5EF4-FFF2-40B4-BE49-F238E27FC236}">
                <a16:creationId xmlns:a16="http://schemas.microsoft.com/office/drawing/2014/main" id="{029BA0E8-F596-4FDC-AB1D-F6C289F8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 in AI-assisted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FA41686-619B-4833-9E08-E378073A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Seven practices for mobile development. One continuous loop.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981A1D6-072A-4070-85FB-B97218F5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9B8F752-DECB-4192-A12D-8B602D68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86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engineering habits.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77A048F-6EEB-42FA-8BC5-5D1F4D29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6CF7947-9330-47C4-8A46-9B10E42F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62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C520433-2668-4E24-9728-13CBB56B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5700494-1948-4BF0-97E9-E8D64F8F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6D11B54-D6B0-4DAF-BFA2-733F40A4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00AACB5-2989-45AF-A3D6-F2171C9C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147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 evidence.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9B0E563-06CB-49B4-9B0A-B8400C3E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0C91ED8-433A-461C-B19D-7126FA7C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91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guidelines. Evaluate feedback. Fix valid issues.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30E305E-CA36-4A58-9095-89BB2222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2A2B5B2-D72E-4A5C-AB5B-CC8D64BF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67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C4412F7-A9AF-40B2-BC1C-D35D46C5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745CEDA-E443-492B-82E4-87C7B484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43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on merge. Nightly beta. Feature flags.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6768A0-1AF4-4D06-BD12-9AE780A097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4c98ebc114328"/>
          <a:stretch xmlns:a="http://schemas.openxmlformats.org/drawingml/2006/main"/>
        </p:blipFill>
        <p:spPr>
          <a:xfrm xmlns:a="http://schemas.openxmlformats.org/drawingml/2006/main">
            <a:off x="9525000" y="309562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8" name="Share page">
            <a:extLst xmlns:a="http://schemas.openxmlformats.org/drawingml/2006/main">
              <a:ext uri="{FF2B5EF4-FFF2-40B4-BE49-F238E27FC236}">
                <a16:creationId xmlns:a16="http://schemas.microsoft.com/office/drawing/2014/main" id="{8F7CDCD6-05CA-4BF4-BDB6-99A57E11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MrAdib.com/@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A24001B-273C-4D55-8277-02200B3D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2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7B0EA30-C1D4-4704-BE30-9CC718F1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347639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2026-10-08T23:07:58.3920000Z</dcterms:created>
  <dcterms:modified xsi:type="dcterms:W3CDTF">2026-10-08T23:07:58.3920000Z</dcterms:modified>
</coreProperties>
</file>